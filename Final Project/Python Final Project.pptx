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0" r:id="rId4"/>
    <p:sldMasterId id="2147483731" r:id="rId5"/>
    <p:sldMasterId id="214748373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Secular One"/>
      <p:regular r:id="rId25"/>
    </p:embeddedFont>
    <p:embeddedFont>
      <p:font typeface="Bebas Neue"/>
      <p:regular r:id="rId26"/>
    </p:embeddedFont>
    <p:embeddedFont>
      <p:font typeface="PT Sans"/>
      <p:regular r:id="rId27"/>
      <p:bold r:id="rId28"/>
      <p:italic r:id="rId29"/>
      <p:boldItalic r:id="rId30"/>
    </p:embeddedFont>
    <p:embeddedFont>
      <p:font typeface="Barlow"/>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BebasNeue-regular.fntdata"/><Relationship Id="rId25" Type="http://schemas.openxmlformats.org/officeDocument/2006/relationships/font" Target="fonts/SecularOne-regular.fntdata"/><Relationship Id="rId28" Type="http://schemas.openxmlformats.org/officeDocument/2006/relationships/font" Target="fonts/PTSans-bold.fntdata"/><Relationship Id="rId27" Type="http://schemas.openxmlformats.org/officeDocument/2006/relationships/font" Target="fonts/PTSans-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PTSans-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Barlow-regular.fntdata"/><Relationship Id="rId30" Type="http://schemas.openxmlformats.org/officeDocument/2006/relationships/font" Target="fonts/PTSans-boldItalic.fntdata"/><Relationship Id="rId11" Type="http://schemas.openxmlformats.org/officeDocument/2006/relationships/slide" Target="slides/slide4.xml"/><Relationship Id="rId33" Type="http://schemas.openxmlformats.org/officeDocument/2006/relationships/font" Target="fonts/Barlow-italic.fntdata"/><Relationship Id="rId10" Type="http://schemas.openxmlformats.org/officeDocument/2006/relationships/slide" Target="slides/slide3.xml"/><Relationship Id="rId32" Type="http://schemas.openxmlformats.org/officeDocument/2006/relationships/font" Target="fonts/Barlow-bold.fntdata"/><Relationship Id="rId13" Type="http://schemas.openxmlformats.org/officeDocument/2006/relationships/slide" Target="slides/slide6.xml"/><Relationship Id="rId12" Type="http://schemas.openxmlformats.org/officeDocument/2006/relationships/slide" Target="slides/slide5.xml"/><Relationship Id="rId34" Type="http://schemas.openxmlformats.org/officeDocument/2006/relationships/font" Target="fonts/Barlow-bold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4" name="Shape 3204"/>
        <p:cNvGrpSpPr/>
        <p:nvPr/>
      </p:nvGrpSpPr>
      <p:grpSpPr>
        <a:xfrm>
          <a:off x="0" y="0"/>
          <a:ext cx="0" cy="0"/>
          <a:chOff x="0" y="0"/>
          <a:chExt cx="0" cy="0"/>
        </a:xfrm>
      </p:grpSpPr>
      <p:sp>
        <p:nvSpPr>
          <p:cNvPr id="3205" name="Google Shape;3205;g2d6a0a786d1_0_19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6" name="Google Shape;3206;g2d6a0a786d1_0_19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Sabrina</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4" name="Shape 3244"/>
        <p:cNvGrpSpPr/>
        <p:nvPr/>
      </p:nvGrpSpPr>
      <p:grpSpPr>
        <a:xfrm>
          <a:off x="0" y="0"/>
          <a:ext cx="0" cy="0"/>
          <a:chOff x="0" y="0"/>
          <a:chExt cx="0" cy="0"/>
        </a:xfrm>
      </p:grpSpPr>
      <p:sp>
        <p:nvSpPr>
          <p:cNvPr id="3245" name="Google Shape;3245;g2d6a0a786d1_0_4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6" name="Google Shape;3246;g2d6a0a786d1_0_4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sabrina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7" name="Shape 3257"/>
        <p:cNvGrpSpPr/>
        <p:nvPr/>
      </p:nvGrpSpPr>
      <p:grpSpPr>
        <a:xfrm>
          <a:off x="0" y="0"/>
          <a:ext cx="0" cy="0"/>
          <a:chOff x="0" y="0"/>
          <a:chExt cx="0" cy="0"/>
        </a:xfrm>
      </p:grpSpPr>
      <p:sp>
        <p:nvSpPr>
          <p:cNvPr id="3258" name="Google Shape;3258;g2d6a0a786d1_0_6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9" name="Google Shape;3259;g2d6a0a786d1_0_6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6" name="Shape 3316"/>
        <p:cNvGrpSpPr/>
        <p:nvPr/>
      </p:nvGrpSpPr>
      <p:grpSpPr>
        <a:xfrm>
          <a:off x="0" y="0"/>
          <a:ext cx="0" cy="0"/>
          <a:chOff x="0" y="0"/>
          <a:chExt cx="0" cy="0"/>
        </a:xfrm>
      </p:grpSpPr>
      <p:sp>
        <p:nvSpPr>
          <p:cNvPr id="3317" name="Google Shape;3317;g2d6a0a786d1_0_14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8" name="Google Shape;3318;g2d6a0a786d1_0_14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9" name="Shape 3369"/>
        <p:cNvGrpSpPr/>
        <p:nvPr/>
      </p:nvGrpSpPr>
      <p:grpSpPr>
        <a:xfrm>
          <a:off x="0" y="0"/>
          <a:ext cx="0" cy="0"/>
          <a:chOff x="0" y="0"/>
          <a:chExt cx="0" cy="0"/>
        </a:xfrm>
      </p:grpSpPr>
      <p:sp>
        <p:nvSpPr>
          <p:cNvPr id="3370" name="Google Shape;3370;g31dbe15452e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1" name="Google Shape;3371;g31dbe15452e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2" name="Shape 3402"/>
        <p:cNvGrpSpPr/>
        <p:nvPr/>
      </p:nvGrpSpPr>
      <p:grpSpPr>
        <a:xfrm>
          <a:off x="0" y="0"/>
          <a:ext cx="0" cy="0"/>
          <a:chOff x="0" y="0"/>
          <a:chExt cx="0" cy="0"/>
        </a:xfrm>
      </p:grpSpPr>
      <p:sp>
        <p:nvSpPr>
          <p:cNvPr id="3403" name="Google Shape;3403;g2d6a0a786d1_0_98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4" name="Google Shape;3404;g2d6a0a786d1_0_98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imported the </a:t>
            </a:r>
            <a:r>
              <a:rPr lang="en"/>
              <a:t>Seaborn library, and the countplot function was used to visualize the distribution of the data based on the "Attack Type" column in the dataset. This provided a clear representation of the frequency of each attack type, helping to identify prevalent threats. Similarly, the same approach was applied to the "Attack Severity" column, creating another visualization to highlight the distribution of attack severities within the dataset.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9" name="Shape 3409"/>
        <p:cNvGrpSpPr/>
        <p:nvPr/>
      </p:nvGrpSpPr>
      <p:grpSpPr>
        <a:xfrm>
          <a:off x="0" y="0"/>
          <a:ext cx="0" cy="0"/>
          <a:chOff x="0" y="0"/>
          <a:chExt cx="0" cy="0"/>
        </a:xfrm>
      </p:grpSpPr>
      <p:sp>
        <p:nvSpPr>
          <p:cNvPr id="3410" name="Google Shape;3410;g2d6a0a786d1_0_129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1" name="Google Shape;3411;g2d6a0a786d1_0_12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6" name="Shape 3416"/>
        <p:cNvGrpSpPr/>
        <p:nvPr/>
      </p:nvGrpSpPr>
      <p:grpSpPr>
        <a:xfrm>
          <a:off x="0" y="0"/>
          <a:ext cx="0" cy="0"/>
          <a:chOff x="0" y="0"/>
          <a:chExt cx="0" cy="0"/>
        </a:xfrm>
      </p:grpSpPr>
      <p:sp>
        <p:nvSpPr>
          <p:cNvPr id="3417" name="Google Shape;3417;g31e2967aae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8" name="Google Shape;3418;g31e2967aae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2" name="Shape 3422"/>
        <p:cNvGrpSpPr/>
        <p:nvPr/>
      </p:nvGrpSpPr>
      <p:grpSpPr>
        <a:xfrm>
          <a:off x="0" y="0"/>
          <a:ext cx="0" cy="0"/>
          <a:chOff x="0" y="0"/>
          <a:chExt cx="0" cy="0"/>
        </a:xfrm>
      </p:grpSpPr>
      <p:sp>
        <p:nvSpPr>
          <p:cNvPr id="3423" name="Google Shape;3423;g2d6a0a786d1_0_10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4" name="Google Shape;3424;g2d6a0a786d1_0_10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Matplotlib library was imported and utilized to create a line plot visualizing the trend of monthly attack counts from 2020 to 2024. This plot illustrates changes in the frequency of attacks over time, resulting in a clear view of patterns, seasonal variations, or potential spikes in activity during specific periods.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Sabrina</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9" name="Shape 3429"/>
        <p:cNvGrpSpPr/>
        <p:nvPr/>
      </p:nvGrpSpPr>
      <p:grpSpPr>
        <a:xfrm>
          <a:off x="0" y="0"/>
          <a:ext cx="0" cy="0"/>
          <a:chOff x="0" y="0"/>
          <a:chExt cx="0" cy="0"/>
        </a:xfrm>
      </p:grpSpPr>
      <p:sp>
        <p:nvSpPr>
          <p:cNvPr id="3430" name="Google Shape;3430;g2d6a0a786d1_0_130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1" name="Google Shape;3431;g2d6a0a786d1_0_130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5" name="Shape 3435"/>
        <p:cNvGrpSpPr/>
        <p:nvPr/>
      </p:nvGrpSpPr>
      <p:grpSpPr>
        <a:xfrm>
          <a:off x="0" y="0"/>
          <a:ext cx="0" cy="0"/>
          <a:chOff x="0" y="0"/>
          <a:chExt cx="0" cy="0"/>
        </a:xfrm>
      </p:grpSpPr>
      <p:sp>
        <p:nvSpPr>
          <p:cNvPr id="3436" name="Google Shape;3436;g2d6a0a786d1_0_119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7" name="Google Shape;3437;g2d6a0a786d1_0_11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K-Nearest Neighbors (KNN) and Decision Tree algorithms were used to predict the likelihood of a response action based on attack severity and attack type. Features such as severity levels and types of attacks were transformed into numerical values, allowing KNN and Decision Tree to analyze the relationships in the dataset. These models was trained and tested to determine how accurately it could classify response actions for given scenarios, resulting in useful insights for decision making in the cyber world.</a:t>
            </a:r>
            <a:endParaRPr/>
          </a:p>
          <a:p>
            <a:pPr indent="0" lvl="0" marL="0" rtl="0" algn="l">
              <a:spcBef>
                <a:spcPts val="0"/>
              </a:spcBef>
              <a:spcAft>
                <a:spcPts val="0"/>
              </a:spcAft>
              <a:buNone/>
            </a:pPr>
            <a:r>
              <a:rPr lang="en"/>
              <a:t>Sabrina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2" name="Shape 3442"/>
        <p:cNvGrpSpPr/>
        <p:nvPr/>
      </p:nvGrpSpPr>
      <p:grpSpPr>
        <a:xfrm>
          <a:off x="0" y="0"/>
          <a:ext cx="0" cy="0"/>
          <a:chOff x="0" y="0"/>
          <a:chExt cx="0" cy="0"/>
        </a:xfrm>
      </p:grpSpPr>
      <p:sp>
        <p:nvSpPr>
          <p:cNvPr id="3443" name="Google Shape;3443;g2d6a0a786d1_0_130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4" name="Google Shape;3444;g2d6a0a786d1_0_130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9" name="Shape 3449"/>
        <p:cNvGrpSpPr/>
        <p:nvPr/>
      </p:nvGrpSpPr>
      <p:grpSpPr>
        <a:xfrm>
          <a:off x="0" y="0"/>
          <a:ext cx="0" cy="0"/>
          <a:chOff x="0" y="0"/>
          <a:chExt cx="0" cy="0"/>
        </a:xfrm>
      </p:grpSpPr>
      <p:sp>
        <p:nvSpPr>
          <p:cNvPr id="3450" name="Google Shape;3450;g2d6a0a786d1_2_10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1" name="Google Shape;3451;g2d6a0a786d1_2_10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6" name="Shape 3456"/>
        <p:cNvGrpSpPr/>
        <p:nvPr/>
      </p:nvGrpSpPr>
      <p:grpSpPr>
        <a:xfrm>
          <a:off x="0" y="0"/>
          <a:ext cx="0" cy="0"/>
          <a:chOff x="0" y="0"/>
          <a:chExt cx="0" cy="0"/>
        </a:xfrm>
      </p:grpSpPr>
      <p:sp>
        <p:nvSpPr>
          <p:cNvPr id="3457" name="Google Shape;3457;g2d6a0a786d1_0_8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8" name="Google Shape;3458;g2d6a0a786d1_0_8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Sabrina</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1" name="Shape 3491"/>
        <p:cNvGrpSpPr/>
        <p:nvPr/>
      </p:nvGrpSpPr>
      <p:grpSpPr>
        <a:xfrm>
          <a:off x="0" y="0"/>
          <a:ext cx="0" cy="0"/>
          <a:chOff x="0" y="0"/>
          <a:chExt cx="0" cy="0"/>
        </a:xfrm>
      </p:grpSpPr>
      <p:sp>
        <p:nvSpPr>
          <p:cNvPr id="3492" name="Google Shape;3492;g2d6a0a786d1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3" name="Google Shape;3493;g2d6a0a786d1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Sabrina - future work</a:t>
            </a:r>
            <a:endParaRPr/>
          </a:p>
          <a:p>
            <a:pPr indent="0" lvl="0" marL="0" rtl="0" algn="l">
              <a:spcBef>
                <a:spcPts val="0"/>
              </a:spcBef>
              <a:spcAft>
                <a:spcPts val="0"/>
              </a:spcAft>
              <a:buNone/>
            </a:pPr>
            <a:r>
              <a:rPr lang="en"/>
              <a:t>Robert - challenges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7" name="Shape 3497"/>
        <p:cNvGrpSpPr/>
        <p:nvPr/>
      </p:nvGrpSpPr>
      <p:grpSpPr>
        <a:xfrm>
          <a:off x="0" y="0"/>
          <a:ext cx="0" cy="0"/>
          <a:chOff x="0" y="0"/>
          <a:chExt cx="0" cy="0"/>
        </a:xfrm>
      </p:grpSpPr>
      <p:sp>
        <p:nvSpPr>
          <p:cNvPr id="3498" name="Google Shape;3498;g31dbe15452e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9" name="Google Shape;3499;g31dbe15452e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Sabrina</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5" name="Shape 3535"/>
        <p:cNvGrpSpPr/>
        <p:nvPr/>
      </p:nvGrpSpPr>
      <p:grpSpPr>
        <a:xfrm>
          <a:off x="0" y="0"/>
          <a:ext cx="0" cy="0"/>
          <a:chOff x="0" y="0"/>
          <a:chExt cx="0" cy="0"/>
        </a:xfrm>
      </p:grpSpPr>
      <p:sp>
        <p:nvSpPr>
          <p:cNvPr id="3536" name="Google Shape;3536;g2d6a0a786d1_0_130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7" name="Google Shape;3537;g2d6a0a786d1_0_130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image" Target="../media/image1.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6475" y="2927242"/>
            <a:ext cx="9250200" cy="2229968"/>
            <a:chOff x="-6475" y="2927242"/>
            <a:chExt cx="9250200" cy="2229968"/>
          </a:xfrm>
        </p:grpSpPr>
        <p:grpSp>
          <p:nvGrpSpPr>
            <p:cNvPr id="10" name="Google Shape;10;p2"/>
            <p:cNvGrpSpPr/>
            <p:nvPr/>
          </p:nvGrpSpPr>
          <p:grpSpPr>
            <a:xfrm flipH="1">
              <a:off x="5831182" y="2927242"/>
              <a:ext cx="3303413" cy="1672406"/>
              <a:chOff x="-6475" y="2302000"/>
              <a:chExt cx="3303413" cy="1865900"/>
            </a:xfrm>
          </p:grpSpPr>
          <p:sp>
            <p:nvSpPr>
              <p:cNvPr id="11" name="Google Shape;11;p2"/>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 name="Google Shape;19;p2"/>
            <p:cNvGrpSpPr/>
            <p:nvPr/>
          </p:nvGrpSpPr>
          <p:grpSpPr>
            <a:xfrm>
              <a:off x="-6475" y="2927242"/>
              <a:ext cx="3303413" cy="1672406"/>
              <a:chOff x="-6475" y="2302000"/>
              <a:chExt cx="3303413" cy="1865900"/>
            </a:xfrm>
          </p:grpSpPr>
          <p:sp>
            <p:nvSpPr>
              <p:cNvPr id="20" name="Google Shape;20;p2"/>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 name="Google Shape;28;p2"/>
            <p:cNvGrpSpPr/>
            <p:nvPr/>
          </p:nvGrpSpPr>
          <p:grpSpPr>
            <a:xfrm>
              <a:off x="-6475" y="4609669"/>
              <a:ext cx="9250200" cy="547540"/>
              <a:chOff x="-6475" y="4167900"/>
              <a:chExt cx="9250200" cy="988875"/>
            </a:xfrm>
          </p:grpSpPr>
          <p:cxnSp>
            <p:nvCxnSpPr>
              <p:cNvPr id="29" name="Google Shape;29;p2"/>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0" name="Google Shape;30;p2"/>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1" name="Google Shape;31;p2"/>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2" name="Google Shape;32;p2"/>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3" name="Google Shape;33;p2"/>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34" name="Google Shape;34;p2"/>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35" name="Google Shape;35;p2"/>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36" name="Google Shape;36;p2"/>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37" name="Google Shape;37;p2"/>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38" name="Google Shape;38;p2"/>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39" name="Google Shape;39;p2"/>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40" name="Google Shape;40;p2"/>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41" name="Google Shape;41;p2"/>
          <p:cNvSpPr txBox="1"/>
          <p:nvPr>
            <p:ph type="ctrTitle"/>
          </p:nvPr>
        </p:nvSpPr>
        <p:spPr>
          <a:xfrm>
            <a:off x="713225" y="525800"/>
            <a:ext cx="6348300" cy="390000"/>
          </a:xfrm>
          <a:prstGeom prst="rect">
            <a:avLst/>
          </a:prstGeom>
        </p:spPr>
        <p:txBody>
          <a:bodyPr anchorCtr="0" anchor="t" bIns="91425" lIns="91425" spcFirstLastPara="1" rIns="91425" wrap="square" tIns="91425">
            <a:noAutofit/>
          </a:bodyPr>
          <a:lstStyle>
            <a:lvl1pPr lvl="0">
              <a:spcBef>
                <a:spcPts val="0"/>
              </a:spcBef>
              <a:spcAft>
                <a:spcPts val="0"/>
              </a:spcAft>
              <a:buClr>
                <a:srgbClr val="191919"/>
              </a:buClr>
              <a:buSzPts val="5200"/>
              <a:buNone/>
              <a:defRPr sz="2300">
                <a:solidFill>
                  <a:schemeClr val="accent1"/>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42" name="Google Shape;42;p2"/>
          <p:cNvSpPr txBox="1"/>
          <p:nvPr>
            <p:ph idx="1" type="subTitle"/>
          </p:nvPr>
        </p:nvSpPr>
        <p:spPr>
          <a:xfrm>
            <a:off x="922500" y="3723240"/>
            <a:ext cx="4280700" cy="41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700">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3" name="Google Shape;43;p2"/>
          <p:cNvSpPr txBox="1"/>
          <p:nvPr>
            <p:ph idx="2" type="ctrTitle"/>
          </p:nvPr>
        </p:nvSpPr>
        <p:spPr>
          <a:xfrm>
            <a:off x="713225" y="992000"/>
            <a:ext cx="5293200" cy="23775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191919"/>
              </a:buClr>
              <a:buSzPts val="5200"/>
              <a:buNone/>
              <a:defRPr sz="45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grpSp>
        <p:nvGrpSpPr>
          <p:cNvPr id="45" name="Google Shape;45;p3"/>
          <p:cNvGrpSpPr/>
          <p:nvPr/>
        </p:nvGrpSpPr>
        <p:grpSpPr>
          <a:xfrm>
            <a:off x="-6475" y="2927242"/>
            <a:ext cx="9250200" cy="2229968"/>
            <a:chOff x="-6475" y="2927242"/>
            <a:chExt cx="9250200" cy="2229968"/>
          </a:xfrm>
        </p:grpSpPr>
        <p:grpSp>
          <p:nvGrpSpPr>
            <p:cNvPr id="46" name="Google Shape;46;p3"/>
            <p:cNvGrpSpPr/>
            <p:nvPr/>
          </p:nvGrpSpPr>
          <p:grpSpPr>
            <a:xfrm flipH="1">
              <a:off x="5831182" y="2927242"/>
              <a:ext cx="3303413" cy="1672406"/>
              <a:chOff x="-6475" y="2302000"/>
              <a:chExt cx="3303413" cy="1865900"/>
            </a:xfrm>
          </p:grpSpPr>
          <p:sp>
            <p:nvSpPr>
              <p:cNvPr id="47" name="Google Shape;47;p3"/>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 name="Google Shape;55;p3"/>
            <p:cNvGrpSpPr/>
            <p:nvPr/>
          </p:nvGrpSpPr>
          <p:grpSpPr>
            <a:xfrm>
              <a:off x="-6475" y="2927242"/>
              <a:ext cx="3303413" cy="1672406"/>
              <a:chOff x="-6475" y="2302000"/>
              <a:chExt cx="3303413" cy="1865900"/>
            </a:xfrm>
          </p:grpSpPr>
          <p:sp>
            <p:nvSpPr>
              <p:cNvPr id="56" name="Google Shape;56;p3"/>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 name="Google Shape;64;p3"/>
            <p:cNvGrpSpPr/>
            <p:nvPr/>
          </p:nvGrpSpPr>
          <p:grpSpPr>
            <a:xfrm>
              <a:off x="-6475" y="4609669"/>
              <a:ext cx="9250200" cy="547540"/>
              <a:chOff x="-6475" y="4167900"/>
              <a:chExt cx="9250200" cy="988875"/>
            </a:xfrm>
          </p:grpSpPr>
          <p:cxnSp>
            <p:nvCxnSpPr>
              <p:cNvPr id="65" name="Google Shape;65;p3"/>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66" name="Google Shape;66;p3"/>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67" name="Google Shape;67;p3"/>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68" name="Google Shape;68;p3"/>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69" name="Google Shape;69;p3"/>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70" name="Google Shape;70;p3"/>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71" name="Google Shape;71;p3"/>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72" name="Google Shape;72;p3"/>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73" name="Google Shape;73;p3"/>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74" name="Google Shape;74;p3"/>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75" name="Google Shape;75;p3"/>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76" name="Google Shape;76;p3"/>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77" name="Google Shape;77;p3"/>
          <p:cNvSpPr txBox="1"/>
          <p:nvPr>
            <p:ph type="title"/>
          </p:nvPr>
        </p:nvSpPr>
        <p:spPr>
          <a:xfrm>
            <a:off x="4238225" y="1325037"/>
            <a:ext cx="4184700" cy="812100"/>
          </a:xfrm>
          <a:prstGeom prst="rect">
            <a:avLst/>
          </a:prstGeom>
        </p:spPr>
        <p:txBody>
          <a:bodyPr anchorCtr="0" anchor="ctr" bIns="91425" lIns="91425" spcFirstLastPara="1" rIns="91425" wrap="square" tIns="91425">
            <a:noAutofit/>
          </a:bodyPr>
          <a:lstStyle>
            <a:lvl1pPr lvl="0" algn="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8" name="Google Shape;78;p3"/>
          <p:cNvSpPr txBox="1"/>
          <p:nvPr>
            <p:ph hasCustomPrompt="1" idx="2" type="title"/>
          </p:nvPr>
        </p:nvSpPr>
        <p:spPr>
          <a:xfrm>
            <a:off x="1328703" y="1393437"/>
            <a:ext cx="1221300" cy="743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9" name="Google Shape;79;p3"/>
          <p:cNvSpPr txBox="1"/>
          <p:nvPr>
            <p:ph idx="1" type="subTitle"/>
          </p:nvPr>
        </p:nvSpPr>
        <p:spPr>
          <a:xfrm>
            <a:off x="4238225" y="2338425"/>
            <a:ext cx="4032300" cy="438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6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grpSp>
        <p:nvGrpSpPr>
          <p:cNvPr id="81" name="Google Shape;81;p4"/>
          <p:cNvGrpSpPr/>
          <p:nvPr/>
        </p:nvGrpSpPr>
        <p:grpSpPr>
          <a:xfrm>
            <a:off x="-6475" y="2927242"/>
            <a:ext cx="9250200" cy="2229968"/>
            <a:chOff x="-6475" y="2927242"/>
            <a:chExt cx="9250200" cy="2229968"/>
          </a:xfrm>
        </p:grpSpPr>
        <p:grpSp>
          <p:nvGrpSpPr>
            <p:cNvPr id="82" name="Google Shape;82;p4"/>
            <p:cNvGrpSpPr/>
            <p:nvPr/>
          </p:nvGrpSpPr>
          <p:grpSpPr>
            <a:xfrm flipH="1">
              <a:off x="5831182" y="2927242"/>
              <a:ext cx="3303413" cy="1672406"/>
              <a:chOff x="-6475" y="2302000"/>
              <a:chExt cx="3303413" cy="1865900"/>
            </a:xfrm>
          </p:grpSpPr>
          <p:sp>
            <p:nvSpPr>
              <p:cNvPr id="83" name="Google Shape;83;p4"/>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 name="Google Shape;91;p4"/>
            <p:cNvGrpSpPr/>
            <p:nvPr/>
          </p:nvGrpSpPr>
          <p:grpSpPr>
            <a:xfrm>
              <a:off x="-6475" y="2927242"/>
              <a:ext cx="3303413" cy="1672406"/>
              <a:chOff x="-6475" y="2302000"/>
              <a:chExt cx="3303413" cy="1865900"/>
            </a:xfrm>
          </p:grpSpPr>
          <p:sp>
            <p:nvSpPr>
              <p:cNvPr id="92" name="Google Shape;92;p4"/>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 name="Google Shape;100;p4"/>
            <p:cNvGrpSpPr/>
            <p:nvPr/>
          </p:nvGrpSpPr>
          <p:grpSpPr>
            <a:xfrm>
              <a:off x="-6475" y="4609669"/>
              <a:ext cx="9250200" cy="547540"/>
              <a:chOff x="-6475" y="4167900"/>
              <a:chExt cx="9250200" cy="988875"/>
            </a:xfrm>
          </p:grpSpPr>
          <p:cxnSp>
            <p:nvCxnSpPr>
              <p:cNvPr id="101" name="Google Shape;101;p4"/>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02" name="Google Shape;102;p4"/>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03" name="Google Shape;103;p4"/>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04" name="Google Shape;104;p4"/>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05" name="Google Shape;105;p4"/>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06" name="Google Shape;106;p4"/>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07" name="Google Shape;107;p4"/>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08" name="Google Shape;108;p4"/>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09" name="Google Shape;109;p4"/>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10" name="Google Shape;110;p4"/>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11" name="Google Shape;111;p4"/>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12" name="Google Shape;112;p4"/>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13" name="Google Shape;113;p4"/>
          <p:cNvSpPr txBox="1"/>
          <p:nvPr>
            <p:ph type="title"/>
          </p:nvPr>
        </p:nvSpPr>
        <p:spPr>
          <a:xfrm>
            <a:off x="726775"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4" name="Google Shape;114;p4"/>
          <p:cNvSpPr txBox="1"/>
          <p:nvPr>
            <p:ph idx="1" type="body"/>
          </p:nvPr>
        </p:nvSpPr>
        <p:spPr>
          <a:xfrm>
            <a:off x="720000" y="1215750"/>
            <a:ext cx="7704000" cy="32574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Barlow Light"/>
              <a:buChar char="●"/>
              <a:defRPr sz="1250"/>
            </a:lvl1pPr>
            <a:lvl2pPr indent="-304800" lvl="1" marL="914400" rtl="0">
              <a:lnSpc>
                <a:spcPct val="100000"/>
              </a:lnSpc>
              <a:spcBef>
                <a:spcPts val="0"/>
              </a:spcBef>
              <a:spcAft>
                <a:spcPts val="0"/>
              </a:spcAft>
              <a:buSzPts val="1200"/>
              <a:buFont typeface="Barlow Light"/>
              <a:buChar char="○"/>
              <a:defRPr sz="1200"/>
            </a:lvl2pPr>
            <a:lvl3pPr indent="-304800" lvl="2" marL="1371600" rtl="0">
              <a:lnSpc>
                <a:spcPct val="100000"/>
              </a:lnSpc>
              <a:spcBef>
                <a:spcPts val="0"/>
              </a:spcBef>
              <a:spcAft>
                <a:spcPts val="0"/>
              </a:spcAft>
              <a:buSzPts val="1200"/>
              <a:buFont typeface="Barlow Light"/>
              <a:buChar char="■"/>
              <a:defRPr/>
            </a:lvl3pPr>
            <a:lvl4pPr indent="-304800" lvl="3" marL="1828800" rtl="0">
              <a:lnSpc>
                <a:spcPct val="100000"/>
              </a:lnSpc>
              <a:spcBef>
                <a:spcPts val="0"/>
              </a:spcBef>
              <a:spcAft>
                <a:spcPts val="0"/>
              </a:spcAft>
              <a:buSzPts val="1200"/>
              <a:buFont typeface="Barlow Light"/>
              <a:buChar char="●"/>
              <a:defRPr/>
            </a:lvl4pPr>
            <a:lvl5pPr indent="-304800" lvl="4" marL="2286000" rtl="0">
              <a:lnSpc>
                <a:spcPct val="100000"/>
              </a:lnSpc>
              <a:spcBef>
                <a:spcPts val="0"/>
              </a:spcBef>
              <a:spcAft>
                <a:spcPts val="0"/>
              </a:spcAft>
              <a:buSzPts val="1200"/>
              <a:buFont typeface="Barlow Light"/>
              <a:buChar char="○"/>
              <a:defRPr/>
            </a:lvl5pPr>
            <a:lvl6pPr indent="-304800" lvl="5" marL="2743200" rtl="0">
              <a:lnSpc>
                <a:spcPct val="100000"/>
              </a:lnSpc>
              <a:spcBef>
                <a:spcPts val="0"/>
              </a:spcBef>
              <a:spcAft>
                <a:spcPts val="0"/>
              </a:spcAft>
              <a:buSzPts val="1200"/>
              <a:buFont typeface="Barlow Light"/>
              <a:buChar char="■"/>
              <a:defRPr/>
            </a:lvl6pPr>
            <a:lvl7pPr indent="-304800" lvl="6" marL="3200400" rtl="0">
              <a:lnSpc>
                <a:spcPct val="100000"/>
              </a:lnSpc>
              <a:spcBef>
                <a:spcPts val="0"/>
              </a:spcBef>
              <a:spcAft>
                <a:spcPts val="0"/>
              </a:spcAft>
              <a:buSzPts val="1200"/>
              <a:buFont typeface="Barlow Light"/>
              <a:buChar char="●"/>
              <a:defRPr/>
            </a:lvl7pPr>
            <a:lvl8pPr indent="-304800" lvl="7" marL="3657600" rtl="0">
              <a:lnSpc>
                <a:spcPct val="100000"/>
              </a:lnSpc>
              <a:spcBef>
                <a:spcPts val="0"/>
              </a:spcBef>
              <a:spcAft>
                <a:spcPts val="0"/>
              </a:spcAft>
              <a:buSzPts val="1200"/>
              <a:buFont typeface="Barlow Light"/>
              <a:buChar char="○"/>
              <a:defRPr/>
            </a:lvl8pPr>
            <a:lvl9pPr indent="-304800" lvl="8" marL="4114800" rtl="0">
              <a:lnSpc>
                <a:spcPct val="100000"/>
              </a:lnSpc>
              <a:spcBef>
                <a:spcPts val="0"/>
              </a:spcBef>
              <a:spcAft>
                <a:spcPts val="0"/>
              </a:spcAft>
              <a:buSzPts val="1200"/>
              <a:buFont typeface="Barlow Light"/>
              <a:buChar char="■"/>
              <a:defRPr/>
            </a:lvl9pPr>
          </a:lstStyle>
          <a:p/>
        </p:txBody>
      </p:sp>
      <p:grpSp>
        <p:nvGrpSpPr>
          <p:cNvPr id="115" name="Google Shape;115;p4"/>
          <p:cNvGrpSpPr/>
          <p:nvPr/>
        </p:nvGrpSpPr>
        <p:grpSpPr>
          <a:xfrm>
            <a:off x="107596" y="-37390"/>
            <a:ext cx="8990470" cy="5118232"/>
            <a:chOff x="107596" y="-37390"/>
            <a:chExt cx="8990470" cy="5118232"/>
          </a:xfrm>
        </p:grpSpPr>
        <p:sp>
          <p:nvSpPr>
            <p:cNvPr id="116" name="Google Shape;116;p4"/>
            <p:cNvSpPr/>
            <p:nvPr/>
          </p:nvSpPr>
          <p:spPr>
            <a:xfrm rot="1771310">
              <a:off x="171050" y="19077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rot="1771310">
              <a:off x="8684675" y="401993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8" name="Google Shape;118;p4"/>
            <p:cNvPicPr preferRelativeResize="0"/>
            <p:nvPr/>
          </p:nvPicPr>
          <p:blipFill rotWithShape="1">
            <a:blip r:embed="rId2">
              <a:alphaModFix/>
            </a:blip>
            <a:srcRect b="12546" l="28959" r="12546" t="12546"/>
            <a:stretch/>
          </p:blipFill>
          <p:spPr>
            <a:xfrm rot="10800000">
              <a:off x="8198674" y="1784402"/>
              <a:ext cx="726651" cy="596548"/>
            </a:xfrm>
            <a:prstGeom prst="rect">
              <a:avLst/>
            </a:prstGeom>
            <a:noFill/>
            <a:ln>
              <a:noFill/>
            </a:ln>
          </p:spPr>
        </p:pic>
        <p:sp>
          <p:nvSpPr>
            <p:cNvPr id="119" name="Google Shape;119;p4"/>
            <p:cNvSpPr/>
            <p:nvPr/>
          </p:nvSpPr>
          <p:spPr>
            <a:xfrm rot="1771310">
              <a:off x="2650250" y="46675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rot="1771310">
              <a:off x="5608475" y="1902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 name="Google Shape;121;p4"/>
            <p:cNvGrpSpPr/>
            <p:nvPr/>
          </p:nvGrpSpPr>
          <p:grpSpPr>
            <a:xfrm>
              <a:off x="340180" y="-37390"/>
              <a:ext cx="746095" cy="516368"/>
              <a:chOff x="923424" y="1580182"/>
              <a:chExt cx="1171264" cy="810752"/>
            </a:xfrm>
          </p:grpSpPr>
          <p:sp>
            <p:nvSpPr>
              <p:cNvPr id="122" name="Google Shape;122;p4"/>
              <p:cNvSpPr/>
              <p:nvPr/>
            </p:nvSpPr>
            <p:spPr>
              <a:xfrm>
                <a:off x="923424" y="1782870"/>
                <a:ext cx="468064" cy="405392"/>
              </a:xfrm>
              <a:custGeom>
                <a:rect b="b" l="l" r="r" t="t"/>
                <a:pathLst>
                  <a:path extrusionOk="0" fill="none" h="25337" w="29254">
                    <a:moveTo>
                      <a:pt x="21942" y="0"/>
                    </a:moveTo>
                    <a:lnTo>
                      <a:pt x="7314" y="0"/>
                    </a:lnTo>
                    <a:lnTo>
                      <a:pt x="0" y="12668"/>
                    </a:lnTo>
                    <a:lnTo>
                      <a:pt x="7314" y="25336"/>
                    </a:lnTo>
                    <a:lnTo>
                      <a:pt x="21942"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1626624" y="1782870"/>
                <a:ext cx="468064" cy="405392"/>
              </a:xfrm>
              <a:custGeom>
                <a:rect b="b" l="l" r="r" t="t"/>
                <a:pathLst>
                  <a:path extrusionOk="0" fill="none" h="25337" w="29254">
                    <a:moveTo>
                      <a:pt x="21940" y="0"/>
                    </a:moveTo>
                    <a:lnTo>
                      <a:pt x="7314" y="0"/>
                    </a:lnTo>
                    <a:lnTo>
                      <a:pt x="0" y="12668"/>
                    </a:lnTo>
                    <a:lnTo>
                      <a:pt x="7314" y="25336"/>
                    </a:lnTo>
                    <a:lnTo>
                      <a:pt x="21940"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1274896" y="1580182"/>
                <a:ext cx="468096" cy="405392"/>
              </a:xfrm>
              <a:custGeom>
                <a:rect b="b" l="l" r="r" t="t"/>
                <a:pathLst>
                  <a:path extrusionOk="0" fill="none" h="25337" w="29256">
                    <a:moveTo>
                      <a:pt x="21942" y="1"/>
                    </a:moveTo>
                    <a:lnTo>
                      <a:pt x="7314" y="1"/>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1274896" y="1985558"/>
                <a:ext cx="468096" cy="405376"/>
              </a:xfrm>
              <a:custGeom>
                <a:rect b="b" l="l" r="r" t="t"/>
                <a:pathLst>
                  <a:path extrusionOk="0" fill="none" h="25336" w="29256">
                    <a:moveTo>
                      <a:pt x="21942" y="0"/>
                    </a:moveTo>
                    <a:lnTo>
                      <a:pt x="7314" y="0"/>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6" name="Shape 126"/>
        <p:cNvGrpSpPr/>
        <p:nvPr/>
      </p:nvGrpSpPr>
      <p:grpSpPr>
        <a:xfrm>
          <a:off x="0" y="0"/>
          <a:ext cx="0" cy="0"/>
          <a:chOff x="0" y="0"/>
          <a:chExt cx="0" cy="0"/>
        </a:xfrm>
      </p:grpSpPr>
      <p:grpSp>
        <p:nvGrpSpPr>
          <p:cNvPr id="127" name="Google Shape;127;p5"/>
          <p:cNvGrpSpPr/>
          <p:nvPr/>
        </p:nvGrpSpPr>
        <p:grpSpPr>
          <a:xfrm>
            <a:off x="-6475" y="2927242"/>
            <a:ext cx="9250200" cy="2229968"/>
            <a:chOff x="-6475" y="2927242"/>
            <a:chExt cx="9250200" cy="2229968"/>
          </a:xfrm>
        </p:grpSpPr>
        <p:grpSp>
          <p:nvGrpSpPr>
            <p:cNvPr id="128" name="Google Shape;128;p5"/>
            <p:cNvGrpSpPr/>
            <p:nvPr/>
          </p:nvGrpSpPr>
          <p:grpSpPr>
            <a:xfrm flipH="1">
              <a:off x="5831182" y="2927242"/>
              <a:ext cx="3303413" cy="1672498"/>
              <a:chOff x="-6475" y="2302000"/>
              <a:chExt cx="3303413" cy="1866002"/>
            </a:xfrm>
          </p:grpSpPr>
          <p:sp>
            <p:nvSpPr>
              <p:cNvPr id="129" name="Google Shape;129;p5"/>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p:nvPr/>
            </p:nvSpPr>
            <p:spPr>
              <a:xfrm>
                <a:off x="2568895" y="3278202"/>
                <a:ext cx="298800" cy="889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 name="Google Shape;137;p5"/>
            <p:cNvGrpSpPr/>
            <p:nvPr/>
          </p:nvGrpSpPr>
          <p:grpSpPr>
            <a:xfrm>
              <a:off x="-6475" y="2927242"/>
              <a:ext cx="3303413" cy="1672498"/>
              <a:chOff x="-6475" y="2302000"/>
              <a:chExt cx="3303413" cy="1866002"/>
            </a:xfrm>
          </p:grpSpPr>
          <p:sp>
            <p:nvSpPr>
              <p:cNvPr id="138" name="Google Shape;138;p5"/>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2568900" y="3278202"/>
                <a:ext cx="298800" cy="889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 name="Google Shape;146;p5"/>
            <p:cNvGrpSpPr/>
            <p:nvPr/>
          </p:nvGrpSpPr>
          <p:grpSpPr>
            <a:xfrm>
              <a:off x="-6475" y="4609669"/>
              <a:ext cx="9250200" cy="547540"/>
              <a:chOff x="-6475" y="4167900"/>
              <a:chExt cx="9250200" cy="988875"/>
            </a:xfrm>
          </p:grpSpPr>
          <p:cxnSp>
            <p:nvCxnSpPr>
              <p:cNvPr id="147" name="Google Shape;147;p5"/>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48" name="Google Shape;148;p5"/>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49" name="Google Shape;149;p5"/>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50" name="Google Shape;150;p5"/>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51" name="Google Shape;151;p5"/>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52" name="Google Shape;152;p5"/>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53" name="Google Shape;153;p5"/>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54" name="Google Shape;154;p5"/>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55" name="Google Shape;155;p5"/>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56" name="Google Shape;156;p5"/>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57" name="Google Shape;157;p5"/>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58" name="Google Shape;158;p5"/>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59" name="Google Shape;159;p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0" name="Google Shape;160;p5"/>
          <p:cNvSpPr txBox="1"/>
          <p:nvPr>
            <p:ph idx="1" type="subTitle"/>
          </p:nvPr>
        </p:nvSpPr>
        <p:spPr>
          <a:xfrm>
            <a:off x="5067663" y="3843786"/>
            <a:ext cx="2208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61" name="Google Shape;161;p5"/>
          <p:cNvSpPr txBox="1"/>
          <p:nvPr>
            <p:ph idx="2" type="subTitle"/>
          </p:nvPr>
        </p:nvSpPr>
        <p:spPr>
          <a:xfrm>
            <a:off x="1867426" y="3843786"/>
            <a:ext cx="2208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62" name="Google Shape;162;p5"/>
          <p:cNvSpPr txBox="1"/>
          <p:nvPr>
            <p:ph idx="3" type="subTitle"/>
          </p:nvPr>
        </p:nvSpPr>
        <p:spPr>
          <a:xfrm>
            <a:off x="5067663" y="3385125"/>
            <a:ext cx="2208900" cy="572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700">
                <a:solidFill>
                  <a:schemeClr val="dk1"/>
                </a:solidFill>
                <a:latin typeface="Secular One"/>
                <a:ea typeface="Secular One"/>
                <a:cs typeface="Secular One"/>
                <a:sym typeface="Secular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63" name="Google Shape;163;p5"/>
          <p:cNvSpPr txBox="1"/>
          <p:nvPr>
            <p:ph idx="4" type="subTitle"/>
          </p:nvPr>
        </p:nvSpPr>
        <p:spPr>
          <a:xfrm>
            <a:off x="1867426" y="3385125"/>
            <a:ext cx="2208900" cy="572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700">
                <a:solidFill>
                  <a:schemeClr val="dk1"/>
                </a:solidFill>
                <a:latin typeface="Secular One"/>
                <a:ea typeface="Secular One"/>
                <a:cs typeface="Secular One"/>
                <a:sym typeface="Secular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164" name="Google Shape;164;p5"/>
          <p:cNvGrpSpPr/>
          <p:nvPr/>
        </p:nvGrpSpPr>
        <p:grpSpPr>
          <a:xfrm>
            <a:off x="910021" y="62647"/>
            <a:ext cx="7759170" cy="4779770"/>
            <a:chOff x="910021" y="62647"/>
            <a:chExt cx="7759170" cy="4779770"/>
          </a:xfrm>
        </p:grpSpPr>
        <p:sp>
          <p:nvSpPr>
            <p:cNvPr id="165" name="Google Shape;165;p5"/>
            <p:cNvSpPr/>
            <p:nvPr/>
          </p:nvSpPr>
          <p:spPr>
            <a:xfrm rot="1771310">
              <a:off x="8255800" y="42713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rot="1771310">
              <a:off x="1930850" y="1261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rot="1771310">
              <a:off x="973475" y="44290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8" name="Shape 168"/>
        <p:cNvGrpSpPr/>
        <p:nvPr/>
      </p:nvGrpSpPr>
      <p:grpSpPr>
        <a:xfrm>
          <a:off x="0" y="0"/>
          <a:ext cx="0" cy="0"/>
          <a:chOff x="0" y="0"/>
          <a:chExt cx="0" cy="0"/>
        </a:xfrm>
      </p:grpSpPr>
      <p:grpSp>
        <p:nvGrpSpPr>
          <p:cNvPr id="169" name="Google Shape;169;p6"/>
          <p:cNvGrpSpPr/>
          <p:nvPr/>
        </p:nvGrpSpPr>
        <p:grpSpPr>
          <a:xfrm>
            <a:off x="-6475" y="2927242"/>
            <a:ext cx="9250200" cy="2229968"/>
            <a:chOff x="-6475" y="2927242"/>
            <a:chExt cx="9250200" cy="2229968"/>
          </a:xfrm>
        </p:grpSpPr>
        <p:grpSp>
          <p:nvGrpSpPr>
            <p:cNvPr id="170" name="Google Shape;170;p6"/>
            <p:cNvGrpSpPr/>
            <p:nvPr/>
          </p:nvGrpSpPr>
          <p:grpSpPr>
            <a:xfrm flipH="1">
              <a:off x="5831182" y="2927242"/>
              <a:ext cx="3303413" cy="1672406"/>
              <a:chOff x="-6475" y="2302000"/>
              <a:chExt cx="3303413" cy="1865900"/>
            </a:xfrm>
          </p:grpSpPr>
          <p:sp>
            <p:nvSpPr>
              <p:cNvPr id="171" name="Google Shape;171;p6"/>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 name="Google Shape;179;p6"/>
            <p:cNvGrpSpPr/>
            <p:nvPr/>
          </p:nvGrpSpPr>
          <p:grpSpPr>
            <a:xfrm>
              <a:off x="-6475" y="2927242"/>
              <a:ext cx="3303413" cy="1672406"/>
              <a:chOff x="-6475" y="2302000"/>
              <a:chExt cx="3303413" cy="1865900"/>
            </a:xfrm>
          </p:grpSpPr>
          <p:sp>
            <p:nvSpPr>
              <p:cNvPr id="180" name="Google Shape;180;p6"/>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 name="Google Shape;188;p6"/>
            <p:cNvGrpSpPr/>
            <p:nvPr/>
          </p:nvGrpSpPr>
          <p:grpSpPr>
            <a:xfrm>
              <a:off x="-6475" y="4609669"/>
              <a:ext cx="9250200" cy="547540"/>
              <a:chOff x="-6475" y="4167900"/>
              <a:chExt cx="9250200" cy="988875"/>
            </a:xfrm>
          </p:grpSpPr>
          <p:cxnSp>
            <p:nvCxnSpPr>
              <p:cNvPr id="189" name="Google Shape;189;p6"/>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90" name="Google Shape;190;p6"/>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91" name="Google Shape;191;p6"/>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92" name="Google Shape;192;p6"/>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93" name="Google Shape;193;p6"/>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94" name="Google Shape;194;p6"/>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95" name="Google Shape;195;p6"/>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96" name="Google Shape;196;p6"/>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97" name="Google Shape;197;p6"/>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98" name="Google Shape;198;p6"/>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99" name="Google Shape;199;p6"/>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00" name="Google Shape;200;p6"/>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01" name="Google Shape;201;p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202" name="Google Shape;202;p6"/>
          <p:cNvGrpSpPr/>
          <p:nvPr/>
        </p:nvGrpSpPr>
        <p:grpSpPr>
          <a:xfrm>
            <a:off x="-213729" y="-163478"/>
            <a:ext cx="9457454" cy="4033703"/>
            <a:chOff x="-213729" y="-163478"/>
            <a:chExt cx="9457454" cy="4033703"/>
          </a:xfrm>
        </p:grpSpPr>
        <p:sp>
          <p:nvSpPr>
            <p:cNvPr id="203" name="Google Shape;203;p6"/>
            <p:cNvSpPr/>
            <p:nvPr/>
          </p:nvSpPr>
          <p:spPr>
            <a:xfrm rot="1771310">
              <a:off x="7280225" y="-99962"/>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
            <p:cNvSpPr/>
            <p:nvPr/>
          </p:nvSpPr>
          <p:spPr>
            <a:xfrm rot="1771310">
              <a:off x="-150275" y="25950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6"/>
            <p:cNvPicPr preferRelativeResize="0"/>
            <p:nvPr/>
          </p:nvPicPr>
          <p:blipFill rotWithShape="1">
            <a:blip r:embed="rId2">
              <a:alphaModFix/>
            </a:blip>
            <a:srcRect b="12546" l="28959" r="12546" t="12546"/>
            <a:stretch/>
          </p:blipFill>
          <p:spPr>
            <a:xfrm rot="10800000">
              <a:off x="8517074" y="3273677"/>
              <a:ext cx="726651" cy="596548"/>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06" name="Shape 206"/>
        <p:cNvGrpSpPr/>
        <p:nvPr/>
      </p:nvGrpSpPr>
      <p:grpSpPr>
        <a:xfrm>
          <a:off x="0" y="0"/>
          <a:ext cx="0" cy="0"/>
          <a:chOff x="0" y="0"/>
          <a:chExt cx="0" cy="0"/>
        </a:xfrm>
      </p:grpSpPr>
      <p:grpSp>
        <p:nvGrpSpPr>
          <p:cNvPr id="207" name="Google Shape;207;p7"/>
          <p:cNvGrpSpPr/>
          <p:nvPr/>
        </p:nvGrpSpPr>
        <p:grpSpPr>
          <a:xfrm>
            <a:off x="-6475" y="2927242"/>
            <a:ext cx="9250200" cy="2229968"/>
            <a:chOff x="-6475" y="2927242"/>
            <a:chExt cx="9250200" cy="2229968"/>
          </a:xfrm>
        </p:grpSpPr>
        <p:grpSp>
          <p:nvGrpSpPr>
            <p:cNvPr id="208" name="Google Shape;208;p7"/>
            <p:cNvGrpSpPr/>
            <p:nvPr/>
          </p:nvGrpSpPr>
          <p:grpSpPr>
            <a:xfrm flipH="1">
              <a:off x="5831182" y="2927242"/>
              <a:ext cx="3303413" cy="1672406"/>
              <a:chOff x="-6475" y="2302000"/>
              <a:chExt cx="3303413" cy="1865900"/>
            </a:xfrm>
          </p:grpSpPr>
          <p:sp>
            <p:nvSpPr>
              <p:cNvPr id="209" name="Google Shape;209;p7"/>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7"/>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7"/>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7"/>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7" name="Google Shape;217;p7"/>
            <p:cNvGrpSpPr/>
            <p:nvPr/>
          </p:nvGrpSpPr>
          <p:grpSpPr>
            <a:xfrm>
              <a:off x="-6475" y="2927242"/>
              <a:ext cx="3303413" cy="1672406"/>
              <a:chOff x="-6475" y="2302000"/>
              <a:chExt cx="3303413" cy="1865900"/>
            </a:xfrm>
          </p:grpSpPr>
          <p:sp>
            <p:nvSpPr>
              <p:cNvPr id="218" name="Google Shape;218;p7"/>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7"/>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7"/>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7"/>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7"/>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 name="Google Shape;226;p7"/>
            <p:cNvGrpSpPr/>
            <p:nvPr/>
          </p:nvGrpSpPr>
          <p:grpSpPr>
            <a:xfrm>
              <a:off x="-6475" y="4609669"/>
              <a:ext cx="9250200" cy="547540"/>
              <a:chOff x="-6475" y="4167900"/>
              <a:chExt cx="9250200" cy="988875"/>
            </a:xfrm>
          </p:grpSpPr>
          <p:cxnSp>
            <p:nvCxnSpPr>
              <p:cNvPr id="227" name="Google Shape;227;p7"/>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28" name="Google Shape;228;p7"/>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29" name="Google Shape;229;p7"/>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30" name="Google Shape;230;p7"/>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31" name="Google Shape;231;p7"/>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32" name="Google Shape;232;p7"/>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33" name="Google Shape;233;p7"/>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34" name="Google Shape;234;p7"/>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35" name="Google Shape;235;p7"/>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36" name="Google Shape;236;p7"/>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37" name="Google Shape;237;p7"/>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38" name="Google Shape;238;p7"/>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39" name="Google Shape;239;p7"/>
          <p:cNvSpPr txBox="1"/>
          <p:nvPr>
            <p:ph type="title"/>
          </p:nvPr>
        </p:nvSpPr>
        <p:spPr>
          <a:xfrm>
            <a:off x="723325" y="539500"/>
            <a:ext cx="4602600" cy="11994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0" name="Google Shape;240;p7"/>
          <p:cNvSpPr txBox="1"/>
          <p:nvPr>
            <p:ph idx="1" type="subTitle"/>
          </p:nvPr>
        </p:nvSpPr>
        <p:spPr>
          <a:xfrm>
            <a:off x="720000" y="1738900"/>
            <a:ext cx="4602600" cy="198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Font typeface="Barlow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grpSp>
        <p:nvGrpSpPr>
          <p:cNvPr id="241" name="Google Shape;241;p7"/>
          <p:cNvGrpSpPr/>
          <p:nvPr/>
        </p:nvGrpSpPr>
        <p:grpSpPr>
          <a:xfrm>
            <a:off x="2367796" y="-196653"/>
            <a:ext cx="7063013" cy="4638545"/>
            <a:chOff x="2367796" y="-196653"/>
            <a:chExt cx="7063013" cy="4638545"/>
          </a:xfrm>
        </p:grpSpPr>
        <p:sp>
          <p:nvSpPr>
            <p:cNvPr id="242" name="Google Shape;242;p7"/>
            <p:cNvSpPr/>
            <p:nvPr/>
          </p:nvSpPr>
          <p:spPr>
            <a:xfrm rot="1771310">
              <a:off x="2431250" y="-1331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7"/>
            <p:cNvSpPr/>
            <p:nvPr/>
          </p:nvSpPr>
          <p:spPr>
            <a:xfrm rot="1771310">
              <a:off x="8643475" y="40285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4" name="Google Shape;244;p7"/>
            <p:cNvPicPr preferRelativeResize="0"/>
            <p:nvPr/>
          </p:nvPicPr>
          <p:blipFill rotWithShape="1">
            <a:blip r:embed="rId2">
              <a:alphaModFix/>
            </a:blip>
            <a:srcRect b="12546" l="28959" r="12546" t="12546"/>
            <a:stretch/>
          </p:blipFill>
          <p:spPr>
            <a:xfrm rot="-2524089">
              <a:off x="8597923" y="931801"/>
              <a:ext cx="726650" cy="596548"/>
            </a:xfrm>
            <a:prstGeom prst="rect">
              <a:avLst/>
            </a:prstGeom>
            <a:noFill/>
            <a:ln>
              <a:noFill/>
            </a:ln>
          </p:spPr>
        </p:pic>
      </p:grpSp>
      <p:sp>
        <p:nvSpPr>
          <p:cNvPr id="245" name="Google Shape;245;p7"/>
          <p:cNvSpPr/>
          <p:nvPr/>
        </p:nvSpPr>
        <p:spPr>
          <a:xfrm rot="1771233">
            <a:off x="5380874" y="1566740"/>
            <a:ext cx="3479443" cy="3478241"/>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46" name="Shape 246"/>
        <p:cNvGrpSpPr/>
        <p:nvPr/>
      </p:nvGrpSpPr>
      <p:grpSpPr>
        <a:xfrm>
          <a:off x="0" y="0"/>
          <a:ext cx="0" cy="0"/>
          <a:chOff x="0" y="0"/>
          <a:chExt cx="0" cy="0"/>
        </a:xfrm>
      </p:grpSpPr>
      <p:grpSp>
        <p:nvGrpSpPr>
          <p:cNvPr id="247" name="Google Shape;247;p8"/>
          <p:cNvGrpSpPr/>
          <p:nvPr/>
        </p:nvGrpSpPr>
        <p:grpSpPr>
          <a:xfrm>
            <a:off x="-6475" y="2927242"/>
            <a:ext cx="9250200" cy="2229968"/>
            <a:chOff x="-6475" y="2927242"/>
            <a:chExt cx="9250200" cy="2229968"/>
          </a:xfrm>
        </p:grpSpPr>
        <p:grpSp>
          <p:nvGrpSpPr>
            <p:cNvPr id="248" name="Google Shape;248;p8"/>
            <p:cNvGrpSpPr/>
            <p:nvPr/>
          </p:nvGrpSpPr>
          <p:grpSpPr>
            <a:xfrm flipH="1">
              <a:off x="5831182" y="2927242"/>
              <a:ext cx="3303413" cy="1672406"/>
              <a:chOff x="-6475" y="2302000"/>
              <a:chExt cx="3303413" cy="1865900"/>
            </a:xfrm>
          </p:grpSpPr>
          <p:sp>
            <p:nvSpPr>
              <p:cNvPr id="249" name="Google Shape;249;p8"/>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8"/>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7" name="Google Shape;257;p8"/>
            <p:cNvGrpSpPr/>
            <p:nvPr/>
          </p:nvGrpSpPr>
          <p:grpSpPr>
            <a:xfrm>
              <a:off x="-6475" y="2927242"/>
              <a:ext cx="3303413" cy="1672406"/>
              <a:chOff x="-6475" y="2302000"/>
              <a:chExt cx="3303413" cy="1865900"/>
            </a:xfrm>
          </p:grpSpPr>
          <p:sp>
            <p:nvSpPr>
              <p:cNvPr id="258" name="Google Shape;258;p8"/>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8"/>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8"/>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8"/>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6" name="Google Shape;266;p8"/>
            <p:cNvGrpSpPr/>
            <p:nvPr/>
          </p:nvGrpSpPr>
          <p:grpSpPr>
            <a:xfrm>
              <a:off x="-6475" y="4609669"/>
              <a:ext cx="9250200" cy="547540"/>
              <a:chOff x="-6475" y="4167900"/>
              <a:chExt cx="9250200" cy="988875"/>
            </a:xfrm>
          </p:grpSpPr>
          <p:cxnSp>
            <p:nvCxnSpPr>
              <p:cNvPr id="267" name="Google Shape;267;p8"/>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68" name="Google Shape;268;p8"/>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69" name="Google Shape;269;p8"/>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70" name="Google Shape;270;p8"/>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71" name="Google Shape;271;p8"/>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72" name="Google Shape;272;p8"/>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73" name="Google Shape;273;p8"/>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74" name="Google Shape;274;p8"/>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75" name="Google Shape;275;p8"/>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76" name="Google Shape;276;p8"/>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77" name="Google Shape;277;p8"/>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78" name="Google Shape;278;p8"/>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79" name="Google Shape;279;p8"/>
          <p:cNvSpPr txBox="1"/>
          <p:nvPr>
            <p:ph type="title"/>
          </p:nvPr>
        </p:nvSpPr>
        <p:spPr>
          <a:xfrm>
            <a:off x="719988" y="754313"/>
            <a:ext cx="5797500" cy="22875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4800"/>
              <a:buNone/>
              <a:defRPr sz="9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280" name="Google Shape;280;p8"/>
          <p:cNvGrpSpPr/>
          <p:nvPr/>
        </p:nvGrpSpPr>
        <p:grpSpPr>
          <a:xfrm>
            <a:off x="66224" y="-220453"/>
            <a:ext cx="6082317" cy="5062870"/>
            <a:chOff x="66224" y="-220453"/>
            <a:chExt cx="6082317" cy="5062870"/>
          </a:xfrm>
        </p:grpSpPr>
        <p:sp>
          <p:nvSpPr>
            <p:cNvPr id="281" name="Google Shape;281;p8"/>
            <p:cNvSpPr/>
            <p:nvPr/>
          </p:nvSpPr>
          <p:spPr>
            <a:xfrm rot="1771310">
              <a:off x="5735150" y="-1569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8"/>
            <p:cNvSpPr/>
            <p:nvPr/>
          </p:nvSpPr>
          <p:spPr>
            <a:xfrm rot="1771310">
              <a:off x="4397025" y="44290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8"/>
            <p:cNvSpPr/>
            <p:nvPr/>
          </p:nvSpPr>
          <p:spPr>
            <a:xfrm rot="1771310">
              <a:off x="306600" y="2649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4" name="Google Shape;284;p8"/>
            <p:cNvPicPr preferRelativeResize="0"/>
            <p:nvPr/>
          </p:nvPicPr>
          <p:blipFill rotWithShape="1">
            <a:blip r:embed="rId2">
              <a:alphaModFix/>
            </a:blip>
            <a:srcRect b="12546" l="28959" r="12546" t="12546"/>
            <a:stretch/>
          </p:blipFill>
          <p:spPr>
            <a:xfrm rot="10800000">
              <a:off x="66224" y="2764527"/>
              <a:ext cx="726651" cy="596548"/>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85" name="Shape 285"/>
        <p:cNvGrpSpPr/>
        <p:nvPr/>
      </p:nvGrpSpPr>
      <p:grpSpPr>
        <a:xfrm>
          <a:off x="0" y="0"/>
          <a:ext cx="0" cy="0"/>
          <a:chOff x="0" y="0"/>
          <a:chExt cx="0" cy="0"/>
        </a:xfrm>
      </p:grpSpPr>
      <p:grpSp>
        <p:nvGrpSpPr>
          <p:cNvPr id="286" name="Google Shape;286;p9"/>
          <p:cNvGrpSpPr/>
          <p:nvPr/>
        </p:nvGrpSpPr>
        <p:grpSpPr>
          <a:xfrm>
            <a:off x="-6475" y="2927242"/>
            <a:ext cx="9250200" cy="2229968"/>
            <a:chOff x="-6475" y="2927242"/>
            <a:chExt cx="9250200" cy="2229968"/>
          </a:xfrm>
        </p:grpSpPr>
        <p:grpSp>
          <p:nvGrpSpPr>
            <p:cNvPr id="287" name="Google Shape;287;p9"/>
            <p:cNvGrpSpPr/>
            <p:nvPr/>
          </p:nvGrpSpPr>
          <p:grpSpPr>
            <a:xfrm flipH="1">
              <a:off x="5831182" y="2927242"/>
              <a:ext cx="3303413" cy="1672406"/>
              <a:chOff x="-6475" y="2302000"/>
              <a:chExt cx="3303413" cy="1865900"/>
            </a:xfrm>
          </p:grpSpPr>
          <p:sp>
            <p:nvSpPr>
              <p:cNvPr id="288" name="Google Shape;288;p9"/>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9"/>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9"/>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9"/>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9"/>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9"/>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9"/>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6" name="Google Shape;296;p9"/>
            <p:cNvGrpSpPr/>
            <p:nvPr/>
          </p:nvGrpSpPr>
          <p:grpSpPr>
            <a:xfrm>
              <a:off x="-6475" y="2927242"/>
              <a:ext cx="3303413" cy="1672406"/>
              <a:chOff x="-6475" y="2302000"/>
              <a:chExt cx="3303413" cy="1865900"/>
            </a:xfrm>
          </p:grpSpPr>
          <p:sp>
            <p:nvSpPr>
              <p:cNvPr id="297" name="Google Shape;297;p9"/>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9"/>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9"/>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9"/>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9"/>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9"/>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9"/>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9"/>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5" name="Google Shape;305;p9"/>
            <p:cNvGrpSpPr/>
            <p:nvPr/>
          </p:nvGrpSpPr>
          <p:grpSpPr>
            <a:xfrm>
              <a:off x="-6475" y="4609669"/>
              <a:ext cx="9250200" cy="547540"/>
              <a:chOff x="-6475" y="4167900"/>
              <a:chExt cx="9250200" cy="988875"/>
            </a:xfrm>
          </p:grpSpPr>
          <p:cxnSp>
            <p:nvCxnSpPr>
              <p:cNvPr id="306" name="Google Shape;306;p9"/>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07" name="Google Shape;307;p9"/>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08" name="Google Shape;308;p9"/>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09" name="Google Shape;309;p9"/>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10" name="Google Shape;310;p9"/>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311" name="Google Shape;311;p9"/>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312" name="Google Shape;312;p9"/>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313" name="Google Shape;313;p9"/>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314" name="Google Shape;314;p9"/>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315" name="Google Shape;315;p9"/>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316" name="Google Shape;316;p9"/>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317" name="Google Shape;317;p9"/>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318" name="Google Shape;318;p9"/>
          <p:cNvSpPr txBox="1"/>
          <p:nvPr>
            <p:ph type="title"/>
          </p:nvPr>
        </p:nvSpPr>
        <p:spPr>
          <a:xfrm>
            <a:off x="713225" y="1472700"/>
            <a:ext cx="4458900" cy="13560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98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319" name="Google Shape;319;p9"/>
          <p:cNvSpPr txBox="1"/>
          <p:nvPr>
            <p:ph idx="1" type="subTitle"/>
          </p:nvPr>
        </p:nvSpPr>
        <p:spPr>
          <a:xfrm>
            <a:off x="886509" y="2980525"/>
            <a:ext cx="4285500" cy="589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320" name="Google Shape;320;p9"/>
          <p:cNvGrpSpPr/>
          <p:nvPr/>
        </p:nvGrpSpPr>
        <p:grpSpPr>
          <a:xfrm>
            <a:off x="1080609" y="-196653"/>
            <a:ext cx="7952267" cy="5135645"/>
            <a:chOff x="1080609" y="-196653"/>
            <a:chExt cx="7952267" cy="5135645"/>
          </a:xfrm>
        </p:grpSpPr>
        <p:sp>
          <p:nvSpPr>
            <p:cNvPr id="321" name="Google Shape;321;p9"/>
            <p:cNvSpPr/>
            <p:nvPr/>
          </p:nvSpPr>
          <p:spPr>
            <a:xfrm rot="1771310">
              <a:off x="8255800" y="-55562"/>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9"/>
            <p:cNvSpPr/>
            <p:nvPr/>
          </p:nvSpPr>
          <p:spPr>
            <a:xfrm rot="1771310">
              <a:off x="2431250" y="-1331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9"/>
            <p:cNvSpPr/>
            <p:nvPr/>
          </p:nvSpPr>
          <p:spPr>
            <a:xfrm rot="1771310">
              <a:off x="1144063" y="45256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4" name="Google Shape;324;p9"/>
            <p:cNvPicPr preferRelativeResize="0"/>
            <p:nvPr/>
          </p:nvPicPr>
          <p:blipFill rotWithShape="1">
            <a:blip r:embed="rId2">
              <a:alphaModFix/>
            </a:blip>
            <a:srcRect b="12546" l="28959" r="12546" t="12546"/>
            <a:stretch/>
          </p:blipFill>
          <p:spPr>
            <a:xfrm rot="10800000">
              <a:off x="8306224" y="1180952"/>
              <a:ext cx="726651" cy="596548"/>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25" name="Shape 325"/>
        <p:cNvGrpSpPr/>
        <p:nvPr/>
      </p:nvGrpSpPr>
      <p:grpSpPr>
        <a:xfrm>
          <a:off x="0" y="0"/>
          <a:ext cx="0" cy="0"/>
          <a:chOff x="0" y="0"/>
          <a:chExt cx="0" cy="0"/>
        </a:xfrm>
      </p:grpSpPr>
      <p:sp>
        <p:nvSpPr>
          <p:cNvPr id="326" name="Google Shape;326;p10"/>
          <p:cNvSpPr txBox="1"/>
          <p:nvPr>
            <p:ph type="title"/>
          </p:nvPr>
        </p:nvSpPr>
        <p:spPr>
          <a:xfrm>
            <a:off x="713225" y="539500"/>
            <a:ext cx="5838000" cy="11793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327" name="Google Shape;327;p10"/>
          <p:cNvGrpSpPr/>
          <p:nvPr/>
        </p:nvGrpSpPr>
        <p:grpSpPr>
          <a:xfrm>
            <a:off x="73471" y="-235628"/>
            <a:ext cx="8720629" cy="5379120"/>
            <a:chOff x="73471" y="-235628"/>
            <a:chExt cx="8720629" cy="5379120"/>
          </a:xfrm>
        </p:grpSpPr>
        <p:sp>
          <p:nvSpPr>
            <p:cNvPr id="328" name="Google Shape;328;p10"/>
            <p:cNvSpPr/>
            <p:nvPr/>
          </p:nvSpPr>
          <p:spPr>
            <a:xfrm rot="1771310">
              <a:off x="136925" y="2276476"/>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0"/>
            <p:cNvSpPr/>
            <p:nvPr/>
          </p:nvSpPr>
          <p:spPr>
            <a:xfrm rot="1771310">
              <a:off x="5907475" y="-172112"/>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0"/>
            <p:cNvSpPr/>
            <p:nvPr/>
          </p:nvSpPr>
          <p:spPr>
            <a:xfrm rot="1771310">
              <a:off x="3415400" y="47301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1" name="Google Shape;331;p10"/>
            <p:cNvPicPr preferRelativeResize="0"/>
            <p:nvPr/>
          </p:nvPicPr>
          <p:blipFill rotWithShape="1">
            <a:blip r:embed="rId2">
              <a:alphaModFix/>
            </a:blip>
            <a:srcRect b="12546" l="28959" r="12546" t="12546"/>
            <a:stretch/>
          </p:blipFill>
          <p:spPr>
            <a:xfrm rot="10800000">
              <a:off x="8067449" y="241227"/>
              <a:ext cx="726651" cy="596548"/>
            </a:xfrm>
            <a:prstGeom prst="rect">
              <a:avLst/>
            </a:prstGeom>
            <a:noFill/>
            <a:ln>
              <a:noFill/>
            </a:ln>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32" name="Shape 332"/>
        <p:cNvGrpSpPr/>
        <p:nvPr/>
      </p:nvGrpSpPr>
      <p:grpSpPr>
        <a:xfrm>
          <a:off x="0" y="0"/>
          <a:ext cx="0" cy="0"/>
          <a:chOff x="0" y="0"/>
          <a:chExt cx="0" cy="0"/>
        </a:xfrm>
      </p:grpSpPr>
      <p:grpSp>
        <p:nvGrpSpPr>
          <p:cNvPr id="333" name="Google Shape;333;p11"/>
          <p:cNvGrpSpPr/>
          <p:nvPr/>
        </p:nvGrpSpPr>
        <p:grpSpPr>
          <a:xfrm>
            <a:off x="-6475" y="2927242"/>
            <a:ext cx="9250200" cy="2229968"/>
            <a:chOff x="-6475" y="2927242"/>
            <a:chExt cx="9250200" cy="2229968"/>
          </a:xfrm>
        </p:grpSpPr>
        <p:grpSp>
          <p:nvGrpSpPr>
            <p:cNvPr id="334" name="Google Shape;334;p11"/>
            <p:cNvGrpSpPr/>
            <p:nvPr/>
          </p:nvGrpSpPr>
          <p:grpSpPr>
            <a:xfrm flipH="1">
              <a:off x="5831182" y="2927242"/>
              <a:ext cx="3303413" cy="1672406"/>
              <a:chOff x="-6475" y="2302000"/>
              <a:chExt cx="3303413" cy="1865900"/>
            </a:xfrm>
          </p:grpSpPr>
          <p:sp>
            <p:nvSpPr>
              <p:cNvPr id="335" name="Google Shape;335;p11"/>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1"/>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1"/>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1"/>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1"/>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1"/>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1"/>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1"/>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 name="Google Shape;343;p11"/>
            <p:cNvGrpSpPr/>
            <p:nvPr/>
          </p:nvGrpSpPr>
          <p:grpSpPr>
            <a:xfrm>
              <a:off x="-6475" y="2927242"/>
              <a:ext cx="3303413" cy="1672406"/>
              <a:chOff x="-6475" y="2302000"/>
              <a:chExt cx="3303413" cy="1865900"/>
            </a:xfrm>
          </p:grpSpPr>
          <p:sp>
            <p:nvSpPr>
              <p:cNvPr id="344" name="Google Shape;344;p11"/>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1"/>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1"/>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1"/>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1"/>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1"/>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1"/>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1"/>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2" name="Google Shape;352;p11"/>
            <p:cNvGrpSpPr/>
            <p:nvPr/>
          </p:nvGrpSpPr>
          <p:grpSpPr>
            <a:xfrm>
              <a:off x="-6475" y="4609669"/>
              <a:ext cx="9250200" cy="547540"/>
              <a:chOff x="-6475" y="4167900"/>
              <a:chExt cx="9250200" cy="988875"/>
            </a:xfrm>
          </p:grpSpPr>
          <p:cxnSp>
            <p:nvCxnSpPr>
              <p:cNvPr id="353" name="Google Shape;353;p11"/>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54" name="Google Shape;354;p11"/>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55" name="Google Shape;355;p11"/>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56" name="Google Shape;356;p11"/>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57" name="Google Shape;357;p11"/>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358" name="Google Shape;358;p11"/>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359" name="Google Shape;359;p11"/>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360" name="Google Shape;360;p11"/>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361" name="Google Shape;361;p11"/>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362" name="Google Shape;362;p11"/>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363" name="Google Shape;363;p11"/>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364" name="Google Shape;364;p11"/>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365" name="Google Shape;365;p11"/>
          <p:cNvSpPr txBox="1"/>
          <p:nvPr>
            <p:ph hasCustomPrompt="1" type="title"/>
          </p:nvPr>
        </p:nvSpPr>
        <p:spPr>
          <a:xfrm>
            <a:off x="713225" y="1590325"/>
            <a:ext cx="4659900" cy="1240800"/>
          </a:xfrm>
          <a:prstGeom prst="rect">
            <a:avLst/>
          </a:prstGeom>
        </p:spPr>
        <p:txBody>
          <a:bodyPr anchorCtr="0" anchor="ctr" bIns="91425" lIns="91425" spcFirstLastPara="1" rIns="91425" wrap="square" tIns="91425">
            <a:noAutofit/>
          </a:bodyPr>
          <a:lstStyle>
            <a:lvl1pPr lvl="0">
              <a:spcBef>
                <a:spcPts val="0"/>
              </a:spcBef>
              <a:spcAft>
                <a:spcPts val="0"/>
              </a:spcAft>
              <a:buSzPts val="9600"/>
              <a:buNone/>
              <a:defRPr sz="71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66" name="Google Shape;366;p11"/>
          <p:cNvSpPr txBox="1"/>
          <p:nvPr>
            <p:ph idx="1" type="subTitle"/>
          </p:nvPr>
        </p:nvSpPr>
        <p:spPr>
          <a:xfrm>
            <a:off x="907875" y="2831375"/>
            <a:ext cx="44652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solidFill>
                  <a:schemeClr val="lt1"/>
                </a:solidFill>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367" name="Google Shape;367;p11"/>
          <p:cNvGrpSpPr/>
          <p:nvPr/>
        </p:nvGrpSpPr>
        <p:grpSpPr>
          <a:xfrm>
            <a:off x="2367796" y="-196653"/>
            <a:ext cx="7063013" cy="1891585"/>
            <a:chOff x="2367796" y="-196653"/>
            <a:chExt cx="7063013" cy="1891585"/>
          </a:xfrm>
        </p:grpSpPr>
        <p:sp>
          <p:nvSpPr>
            <p:cNvPr id="368" name="Google Shape;368;p11"/>
            <p:cNvSpPr/>
            <p:nvPr/>
          </p:nvSpPr>
          <p:spPr>
            <a:xfrm rot="1771310">
              <a:off x="2431250" y="-1331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9" name="Google Shape;369;p11"/>
            <p:cNvPicPr preferRelativeResize="0"/>
            <p:nvPr/>
          </p:nvPicPr>
          <p:blipFill rotWithShape="1">
            <a:blip r:embed="rId2">
              <a:alphaModFix/>
            </a:blip>
            <a:srcRect b="12546" l="28959" r="12546" t="12546"/>
            <a:stretch/>
          </p:blipFill>
          <p:spPr>
            <a:xfrm rot="-2524089">
              <a:off x="8597923" y="931801"/>
              <a:ext cx="726650" cy="596548"/>
            </a:xfrm>
            <a:prstGeom prst="rect">
              <a:avLst/>
            </a:prstGeom>
            <a:noFill/>
            <a:ln>
              <a:noFill/>
            </a:ln>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370" name="Shape 37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71" name="Shape 371"/>
        <p:cNvGrpSpPr/>
        <p:nvPr/>
      </p:nvGrpSpPr>
      <p:grpSpPr>
        <a:xfrm>
          <a:off x="0" y="0"/>
          <a:ext cx="0" cy="0"/>
          <a:chOff x="0" y="0"/>
          <a:chExt cx="0" cy="0"/>
        </a:xfrm>
      </p:grpSpPr>
      <p:grpSp>
        <p:nvGrpSpPr>
          <p:cNvPr id="372" name="Google Shape;372;p13"/>
          <p:cNvGrpSpPr/>
          <p:nvPr/>
        </p:nvGrpSpPr>
        <p:grpSpPr>
          <a:xfrm>
            <a:off x="-6475" y="2927242"/>
            <a:ext cx="9250200" cy="2229968"/>
            <a:chOff x="-6475" y="2927242"/>
            <a:chExt cx="9250200" cy="2229968"/>
          </a:xfrm>
        </p:grpSpPr>
        <p:grpSp>
          <p:nvGrpSpPr>
            <p:cNvPr id="373" name="Google Shape;373;p13"/>
            <p:cNvGrpSpPr/>
            <p:nvPr/>
          </p:nvGrpSpPr>
          <p:grpSpPr>
            <a:xfrm flipH="1">
              <a:off x="5831182" y="2927242"/>
              <a:ext cx="3303413" cy="1672406"/>
              <a:chOff x="-6475" y="2302000"/>
              <a:chExt cx="3303413" cy="1865900"/>
            </a:xfrm>
          </p:grpSpPr>
          <p:sp>
            <p:nvSpPr>
              <p:cNvPr id="374" name="Google Shape;374;p13"/>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3"/>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3"/>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3"/>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3"/>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3"/>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3"/>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3"/>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 name="Google Shape;382;p13"/>
            <p:cNvGrpSpPr/>
            <p:nvPr/>
          </p:nvGrpSpPr>
          <p:grpSpPr>
            <a:xfrm>
              <a:off x="-6475" y="2927242"/>
              <a:ext cx="3303413" cy="1672508"/>
              <a:chOff x="-6475" y="2302000"/>
              <a:chExt cx="3303413" cy="1866014"/>
            </a:xfrm>
          </p:grpSpPr>
          <p:sp>
            <p:nvSpPr>
              <p:cNvPr id="383" name="Google Shape;383;p13"/>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3"/>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3"/>
              <p:cNvSpPr/>
              <p:nvPr/>
            </p:nvSpPr>
            <p:spPr>
              <a:xfrm>
                <a:off x="851975" y="3112061"/>
                <a:ext cx="298800" cy="105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3"/>
              <p:cNvSpPr/>
              <p:nvPr/>
            </p:nvSpPr>
            <p:spPr>
              <a:xfrm>
                <a:off x="1281225" y="3216155"/>
                <a:ext cx="298800" cy="951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3"/>
              <p:cNvSpPr/>
              <p:nvPr/>
            </p:nvSpPr>
            <p:spPr>
              <a:xfrm>
                <a:off x="1710450" y="3376314"/>
                <a:ext cx="298800" cy="791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3"/>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3"/>
              <p:cNvSpPr/>
              <p:nvPr/>
            </p:nvSpPr>
            <p:spPr>
              <a:xfrm>
                <a:off x="2568903" y="3376314"/>
                <a:ext cx="298800" cy="791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3"/>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 name="Google Shape;391;p13"/>
            <p:cNvGrpSpPr/>
            <p:nvPr/>
          </p:nvGrpSpPr>
          <p:grpSpPr>
            <a:xfrm>
              <a:off x="-6475" y="4609669"/>
              <a:ext cx="9250200" cy="547540"/>
              <a:chOff x="-6475" y="4167900"/>
              <a:chExt cx="9250200" cy="988875"/>
            </a:xfrm>
          </p:grpSpPr>
          <p:cxnSp>
            <p:nvCxnSpPr>
              <p:cNvPr id="392" name="Google Shape;392;p13"/>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93" name="Google Shape;393;p13"/>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94" name="Google Shape;394;p13"/>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95" name="Google Shape;395;p13"/>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96" name="Google Shape;396;p13"/>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397" name="Google Shape;397;p13"/>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398" name="Google Shape;398;p13"/>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399" name="Google Shape;399;p13"/>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400" name="Google Shape;400;p13"/>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401" name="Google Shape;401;p13"/>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402" name="Google Shape;402;p13"/>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403" name="Google Shape;403;p13"/>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404" name="Google Shape;404;p1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405" name="Google Shape;405;p13"/>
          <p:cNvGrpSpPr/>
          <p:nvPr/>
        </p:nvGrpSpPr>
        <p:grpSpPr>
          <a:xfrm>
            <a:off x="25174" y="9"/>
            <a:ext cx="9118817" cy="5080833"/>
            <a:chOff x="25174" y="9"/>
            <a:chExt cx="9118817" cy="5080833"/>
          </a:xfrm>
        </p:grpSpPr>
        <p:sp>
          <p:nvSpPr>
            <p:cNvPr id="406" name="Google Shape;406;p13"/>
            <p:cNvSpPr/>
            <p:nvPr/>
          </p:nvSpPr>
          <p:spPr>
            <a:xfrm rot="1771310">
              <a:off x="8730600" y="11043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7" name="Google Shape;407;p13"/>
            <p:cNvPicPr preferRelativeResize="0"/>
            <p:nvPr/>
          </p:nvPicPr>
          <p:blipFill rotWithShape="1">
            <a:blip r:embed="rId2">
              <a:alphaModFix/>
            </a:blip>
            <a:srcRect b="12546" l="28959" r="12546" t="12546"/>
            <a:stretch/>
          </p:blipFill>
          <p:spPr>
            <a:xfrm rot="10800000">
              <a:off x="25174" y="4305727"/>
              <a:ext cx="726651" cy="596548"/>
            </a:xfrm>
            <a:prstGeom prst="rect">
              <a:avLst/>
            </a:prstGeom>
            <a:noFill/>
            <a:ln>
              <a:noFill/>
            </a:ln>
          </p:spPr>
        </p:pic>
        <p:sp>
          <p:nvSpPr>
            <p:cNvPr id="408" name="Google Shape;408;p13"/>
            <p:cNvSpPr/>
            <p:nvPr/>
          </p:nvSpPr>
          <p:spPr>
            <a:xfrm rot="1771310">
              <a:off x="4677350" y="46675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3"/>
            <p:cNvSpPr/>
            <p:nvPr/>
          </p:nvSpPr>
          <p:spPr>
            <a:xfrm rot="1771310">
              <a:off x="538250" y="63526"/>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10" name="Shape 410"/>
        <p:cNvGrpSpPr/>
        <p:nvPr/>
      </p:nvGrpSpPr>
      <p:grpSpPr>
        <a:xfrm>
          <a:off x="0" y="0"/>
          <a:ext cx="0" cy="0"/>
          <a:chOff x="0" y="0"/>
          <a:chExt cx="0" cy="0"/>
        </a:xfrm>
      </p:grpSpPr>
      <p:grpSp>
        <p:nvGrpSpPr>
          <p:cNvPr id="411" name="Google Shape;411;p14"/>
          <p:cNvGrpSpPr/>
          <p:nvPr/>
        </p:nvGrpSpPr>
        <p:grpSpPr>
          <a:xfrm>
            <a:off x="-6475" y="2927242"/>
            <a:ext cx="9250200" cy="2229968"/>
            <a:chOff x="-6475" y="2927242"/>
            <a:chExt cx="9250200" cy="2229968"/>
          </a:xfrm>
        </p:grpSpPr>
        <p:grpSp>
          <p:nvGrpSpPr>
            <p:cNvPr id="412" name="Google Shape;412;p14"/>
            <p:cNvGrpSpPr/>
            <p:nvPr/>
          </p:nvGrpSpPr>
          <p:grpSpPr>
            <a:xfrm flipH="1">
              <a:off x="5831182" y="2927242"/>
              <a:ext cx="3303413" cy="1672406"/>
              <a:chOff x="-6475" y="2302000"/>
              <a:chExt cx="3303413" cy="1865900"/>
            </a:xfrm>
          </p:grpSpPr>
          <p:sp>
            <p:nvSpPr>
              <p:cNvPr id="413" name="Google Shape;413;p14"/>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4"/>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4"/>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4"/>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4"/>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4"/>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4"/>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4"/>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1" name="Google Shape;421;p14"/>
            <p:cNvGrpSpPr/>
            <p:nvPr/>
          </p:nvGrpSpPr>
          <p:grpSpPr>
            <a:xfrm>
              <a:off x="-6475" y="2927242"/>
              <a:ext cx="3303413" cy="1672406"/>
              <a:chOff x="-6475" y="2302000"/>
              <a:chExt cx="3303413" cy="1865900"/>
            </a:xfrm>
          </p:grpSpPr>
          <p:sp>
            <p:nvSpPr>
              <p:cNvPr id="422" name="Google Shape;422;p14"/>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4"/>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4"/>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4"/>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4"/>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4"/>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4"/>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4"/>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 name="Google Shape;430;p14"/>
            <p:cNvGrpSpPr/>
            <p:nvPr/>
          </p:nvGrpSpPr>
          <p:grpSpPr>
            <a:xfrm>
              <a:off x="-6475" y="4609669"/>
              <a:ext cx="9250200" cy="547540"/>
              <a:chOff x="-6475" y="4167900"/>
              <a:chExt cx="9250200" cy="988875"/>
            </a:xfrm>
          </p:grpSpPr>
          <p:cxnSp>
            <p:nvCxnSpPr>
              <p:cNvPr id="431" name="Google Shape;431;p14"/>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432" name="Google Shape;432;p14"/>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433" name="Google Shape;433;p14"/>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434" name="Google Shape;434;p14"/>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435" name="Google Shape;435;p14"/>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436" name="Google Shape;436;p14"/>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437" name="Google Shape;437;p14"/>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438" name="Google Shape;438;p14"/>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439" name="Google Shape;439;p14"/>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440" name="Google Shape;440;p14"/>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441" name="Google Shape;441;p14"/>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442" name="Google Shape;442;p14"/>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443" name="Google Shape;443;p1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44" name="Google Shape;444;p14"/>
          <p:cNvSpPr txBox="1"/>
          <p:nvPr>
            <p:ph idx="1" type="subTitle"/>
          </p:nvPr>
        </p:nvSpPr>
        <p:spPr>
          <a:xfrm>
            <a:off x="1622189" y="1992361"/>
            <a:ext cx="21723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45" name="Google Shape;445;p14"/>
          <p:cNvSpPr txBox="1"/>
          <p:nvPr>
            <p:ph idx="2" type="subTitle"/>
          </p:nvPr>
        </p:nvSpPr>
        <p:spPr>
          <a:xfrm>
            <a:off x="4708930" y="1992361"/>
            <a:ext cx="21762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46" name="Google Shape;446;p14"/>
          <p:cNvSpPr txBox="1"/>
          <p:nvPr>
            <p:ph idx="3" type="subTitle"/>
          </p:nvPr>
        </p:nvSpPr>
        <p:spPr>
          <a:xfrm>
            <a:off x="3080959" y="3349931"/>
            <a:ext cx="21762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47" name="Google Shape;447;p14"/>
          <p:cNvSpPr txBox="1"/>
          <p:nvPr>
            <p:ph idx="4" type="subTitle"/>
          </p:nvPr>
        </p:nvSpPr>
        <p:spPr>
          <a:xfrm>
            <a:off x="6171600" y="3349931"/>
            <a:ext cx="21762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48" name="Google Shape;448;p14"/>
          <p:cNvSpPr txBox="1"/>
          <p:nvPr>
            <p:ph hasCustomPrompt="1" idx="5" type="title"/>
          </p:nvPr>
        </p:nvSpPr>
        <p:spPr>
          <a:xfrm>
            <a:off x="806189" y="1687406"/>
            <a:ext cx="5622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4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49" name="Google Shape;449;p14"/>
          <p:cNvSpPr txBox="1"/>
          <p:nvPr>
            <p:ph hasCustomPrompt="1" idx="6" type="title"/>
          </p:nvPr>
        </p:nvSpPr>
        <p:spPr>
          <a:xfrm>
            <a:off x="2360905" y="3057950"/>
            <a:ext cx="557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4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0" name="Google Shape;450;p14"/>
          <p:cNvSpPr txBox="1"/>
          <p:nvPr>
            <p:ph hasCustomPrompt="1" idx="7" type="title"/>
          </p:nvPr>
        </p:nvSpPr>
        <p:spPr>
          <a:xfrm>
            <a:off x="3896472" y="1687406"/>
            <a:ext cx="557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4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1" name="Google Shape;451;p14"/>
          <p:cNvSpPr txBox="1"/>
          <p:nvPr>
            <p:ph hasCustomPrompt="1" idx="8" type="title"/>
          </p:nvPr>
        </p:nvSpPr>
        <p:spPr>
          <a:xfrm>
            <a:off x="5438242" y="3057950"/>
            <a:ext cx="5622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4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2" name="Google Shape;452;p14"/>
          <p:cNvSpPr txBox="1"/>
          <p:nvPr>
            <p:ph idx="9" type="subTitle"/>
          </p:nvPr>
        </p:nvSpPr>
        <p:spPr>
          <a:xfrm>
            <a:off x="1622200" y="1687401"/>
            <a:ext cx="21723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7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2pPr>
            <a:lvl3pPr lvl="2"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3pPr>
            <a:lvl4pPr lvl="3"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4pPr>
            <a:lvl5pPr lvl="4"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5pPr>
            <a:lvl6pPr lvl="5"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6pPr>
            <a:lvl7pPr lvl="6"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7pPr>
            <a:lvl8pPr lvl="7"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8pPr>
            <a:lvl9pPr lvl="8"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9pPr>
          </a:lstStyle>
          <a:p/>
        </p:txBody>
      </p:sp>
      <p:sp>
        <p:nvSpPr>
          <p:cNvPr id="453" name="Google Shape;453;p14"/>
          <p:cNvSpPr txBox="1"/>
          <p:nvPr>
            <p:ph idx="13" type="subTitle"/>
          </p:nvPr>
        </p:nvSpPr>
        <p:spPr>
          <a:xfrm>
            <a:off x="4708933" y="1687401"/>
            <a:ext cx="21762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7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2pPr>
            <a:lvl3pPr lvl="2"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3pPr>
            <a:lvl4pPr lvl="3"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4pPr>
            <a:lvl5pPr lvl="4"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5pPr>
            <a:lvl6pPr lvl="5"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6pPr>
            <a:lvl7pPr lvl="6"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7pPr>
            <a:lvl8pPr lvl="7"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8pPr>
            <a:lvl9pPr lvl="8"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9pPr>
          </a:lstStyle>
          <a:p/>
        </p:txBody>
      </p:sp>
      <p:sp>
        <p:nvSpPr>
          <p:cNvPr id="454" name="Google Shape;454;p14"/>
          <p:cNvSpPr txBox="1"/>
          <p:nvPr>
            <p:ph idx="14" type="subTitle"/>
          </p:nvPr>
        </p:nvSpPr>
        <p:spPr>
          <a:xfrm>
            <a:off x="3080959" y="3057950"/>
            <a:ext cx="21762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7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2pPr>
            <a:lvl3pPr lvl="2"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3pPr>
            <a:lvl4pPr lvl="3"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4pPr>
            <a:lvl5pPr lvl="4"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5pPr>
            <a:lvl6pPr lvl="5"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6pPr>
            <a:lvl7pPr lvl="6"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7pPr>
            <a:lvl8pPr lvl="7"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8pPr>
            <a:lvl9pPr lvl="8"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9pPr>
          </a:lstStyle>
          <a:p/>
        </p:txBody>
      </p:sp>
      <p:sp>
        <p:nvSpPr>
          <p:cNvPr id="455" name="Google Shape;455;p14"/>
          <p:cNvSpPr txBox="1"/>
          <p:nvPr>
            <p:ph idx="15" type="subTitle"/>
          </p:nvPr>
        </p:nvSpPr>
        <p:spPr>
          <a:xfrm>
            <a:off x="6171600" y="3057950"/>
            <a:ext cx="21762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7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2pPr>
            <a:lvl3pPr lvl="2"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3pPr>
            <a:lvl4pPr lvl="3"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4pPr>
            <a:lvl5pPr lvl="4"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5pPr>
            <a:lvl6pPr lvl="5"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6pPr>
            <a:lvl7pPr lvl="6"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7pPr>
            <a:lvl8pPr lvl="7"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8pPr>
            <a:lvl9pPr lvl="8" rtl="0" algn="ctr">
              <a:lnSpc>
                <a:spcPct val="100000"/>
              </a:lnSpc>
              <a:spcBef>
                <a:spcPts val="0"/>
              </a:spcBef>
              <a:spcAft>
                <a:spcPts val="0"/>
              </a:spcAft>
              <a:buSzPts val="2700"/>
              <a:buFont typeface="Secular One"/>
              <a:buNone/>
              <a:defRPr sz="2700">
                <a:latin typeface="Secular One"/>
                <a:ea typeface="Secular One"/>
                <a:cs typeface="Secular One"/>
                <a:sym typeface="Secular One"/>
              </a:defRPr>
            </a:lvl9pPr>
          </a:lstStyle>
          <a:p/>
        </p:txBody>
      </p:sp>
      <p:grpSp>
        <p:nvGrpSpPr>
          <p:cNvPr id="456" name="Google Shape;456;p14"/>
          <p:cNvGrpSpPr/>
          <p:nvPr/>
        </p:nvGrpSpPr>
        <p:grpSpPr>
          <a:xfrm>
            <a:off x="80771" y="-245678"/>
            <a:ext cx="7920920" cy="5232953"/>
            <a:chOff x="80771" y="-245678"/>
            <a:chExt cx="7920920" cy="5232953"/>
          </a:xfrm>
        </p:grpSpPr>
        <p:sp>
          <p:nvSpPr>
            <p:cNvPr id="457" name="Google Shape;457;p14"/>
            <p:cNvSpPr/>
            <p:nvPr/>
          </p:nvSpPr>
          <p:spPr>
            <a:xfrm rot="1771310">
              <a:off x="144225" y="10149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4"/>
            <p:cNvSpPr/>
            <p:nvPr/>
          </p:nvSpPr>
          <p:spPr>
            <a:xfrm rot="1771310">
              <a:off x="7588300" y="45140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9" name="Google Shape;459;p14"/>
            <p:cNvPicPr preferRelativeResize="0"/>
            <p:nvPr/>
          </p:nvPicPr>
          <p:blipFill rotWithShape="1">
            <a:blip r:embed="rId2">
              <a:alphaModFix/>
            </a:blip>
            <a:srcRect b="12546" l="28959" r="12546" t="12546"/>
            <a:stretch/>
          </p:blipFill>
          <p:spPr>
            <a:xfrm rot="10800000">
              <a:off x="4096374" y="4390727"/>
              <a:ext cx="726651" cy="596548"/>
            </a:xfrm>
            <a:prstGeom prst="rect">
              <a:avLst/>
            </a:prstGeom>
            <a:noFill/>
            <a:ln>
              <a:noFill/>
            </a:ln>
          </p:spPr>
        </p:pic>
        <p:sp>
          <p:nvSpPr>
            <p:cNvPr id="460" name="Google Shape;460;p14"/>
            <p:cNvSpPr/>
            <p:nvPr/>
          </p:nvSpPr>
          <p:spPr>
            <a:xfrm rot="1771310">
              <a:off x="4817425" y="-182162"/>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461" name="Shape 461"/>
        <p:cNvGrpSpPr/>
        <p:nvPr/>
      </p:nvGrpSpPr>
      <p:grpSpPr>
        <a:xfrm>
          <a:off x="0" y="0"/>
          <a:ext cx="0" cy="0"/>
          <a:chOff x="0" y="0"/>
          <a:chExt cx="0" cy="0"/>
        </a:xfrm>
      </p:grpSpPr>
      <p:grpSp>
        <p:nvGrpSpPr>
          <p:cNvPr id="462" name="Google Shape;462;p15"/>
          <p:cNvGrpSpPr/>
          <p:nvPr/>
        </p:nvGrpSpPr>
        <p:grpSpPr>
          <a:xfrm>
            <a:off x="-6475" y="2927242"/>
            <a:ext cx="9250200" cy="2229968"/>
            <a:chOff x="-6475" y="2927242"/>
            <a:chExt cx="9250200" cy="2229968"/>
          </a:xfrm>
        </p:grpSpPr>
        <p:grpSp>
          <p:nvGrpSpPr>
            <p:cNvPr id="463" name="Google Shape;463;p15"/>
            <p:cNvGrpSpPr/>
            <p:nvPr/>
          </p:nvGrpSpPr>
          <p:grpSpPr>
            <a:xfrm flipH="1">
              <a:off x="5831182" y="2927242"/>
              <a:ext cx="3303413" cy="1672406"/>
              <a:chOff x="-6475" y="2302000"/>
              <a:chExt cx="3303413" cy="1865900"/>
            </a:xfrm>
          </p:grpSpPr>
          <p:sp>
            <p:nvSpPr>
              <p:cNvPr id="464" name="Google Shape;464;p15"/>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5"/>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5"/>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5"/>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5"/>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5"/>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5"/>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5"/>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2" name="Google Shape;472;p15"/>
            <p:cNvGrpSpPr/>
            <p:nvPr/>
          </p:nvGrpSpPr>
          <p:grpSpPr>
            <a:xfrm>
              <a:off x="-6475" y="2927242"/>
              <a:ext cx="3303413" cy="1672406"/>
              <a:chOff x="-6475" y="2302000"/>
              <a:chExt cx="3303413" cy="1865900"/>
            </a:xfrm>
          </p:grpSpPr>
          <p:sp>
            <p:nvSpPr>
              <p:cNvPr id="473" name="Google Shape;473;p15"/>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5"/>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5"/>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5"/>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5"/>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5"/>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5"/>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5"/>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1" name="Google Shape;481;p15"/>
            <p:cNvGrpSpPr/>
            <p:nvPr/>
          </p:nvGrpSpPr>
          <p:grpSpPr>
            <a:xfrm>
              <a:off x="-6475" y="4609669"/>
              <a:ext cx="9250200" cy="547540"/>
              <a:chOff x="-6475" y="4167900"/>
              <a:chExt cx="9250200" cy="988875"/>
            </a:xfrm>
          </p:grpSpPr>
          <p:cxnSp>
            <p:nvCxnSpPr>
              <p:cNvPr id="482" name="Google Shape;482;p15"/>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483" name="Google Shape;483;p15"/>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484" name="Google Shape;484;p15"/>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485" name="Google Shape;485;p15"/>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486" name="Google Shape;486;p15"/>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487" name="Google Shape;487;p15"/>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488" name="Google Shape;488;p15"/>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489" name="Google Shape;489;p15"/>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490" name="Google Shape;490;p15"/>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491" name="Google Shape;491;p15"/>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492" name="Google Shape;492;p15"/>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493" name="Google Shape;493;p15"/>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494" name="Google Shape;494;p15"/>
          <p:cNvSpPr txBox="1"/>
          <p:nvPr>
            <p:ph type="title"/>
          </p:nvPr>
        </p:nvSpPr>
        <p:spPr>
          <a:xfrm>
            <a:off x="840925" y="3176488"/>
            <a:ext cx="7204500" cy="53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27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495" name="Google Shape;495;p15"/>
          <p:cNvSpPr txBox="1"/>
          <p:nvPr>
            <p:ph idx="1" type="subTitle"/>
          </p:nvPr>
        </p:nvSpPr>
        <p:spPr>
          <a:xfrm>
            <a:off x="840925" y="1435113"/>
            <a:ext cx="7204500" cy="1478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3000"/>
              <a:buNone/>
              <a:defRPr sz="35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496" name="Google Shape;496;p15"/>
          <p:cNvGrpSpPr/>
          <p:nvPr/>
        </p:nvGrpSpPr>
        <p:grpSpPr>
          <a:xfrm>
            <a:off x="-53354" y="-190278"/>
            <a:ext cx="9276145" cy="5361970"/>
            <a:chOff x="-53354" y="-190278"/>
            <a:chExt cx="9276145" cy="5361970"/>
          </a:xfrm>
        </p:grpSpPr>
        <p:sp>
          <p:nvSpPr>
            <p:cNvPr id="497" name="Google Shape;497;p15"/>
            <p:cNvSpPr/>
            <p:nvPr/>
          </p:nvSpPr>
          <p:spPr>
            <a:xfrm rot="1771310">
              <a:off x="10100" y="13667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5"/>
            <p:cNvSpPr/>
            <p:nvPr/>
          </p:nvSpPr>
          <p:spPr>
            <a:xfrm rot="1771310">
              <a:off x="8809400" y="22764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5"/>
            <p:cNvSpPr/>
            <p:nvPr/>
          </p:nvSpPr>
          <p:spPr>
            <a:xfrm rot="1771310">
              <a:off x="7064750" y="-126762"/>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5"/>
            <p:cNvSpPr/>
            <p:nvPr/>
          </p:nvSpPr>
          <p:spPr>
            <a:xfrm rot="1771310">
              <a:off x="776675" y="47583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501" name="Shape 501"/>
        <p:cNvGrpSpPr/>
        <p:nvPr/>
      </p:nvGrpSpPr>
      <p:grpSpPr>
        <a:xfrm>
          <a:off x="0" y="0"/>
          <a:ext cx="0" cy="0"/>
          <a:chOff x="0" y="0"/>
          <a:chExt cx="0" cy="0"/>
        </a:xfrm>
      </p:grpSpPr>
      <p:grpSp>
        <p:nvGrpSpPr>
          <p:cNvPr id="502" name="Google Shape;502;p16"/>
          <p:cNvGrpSpPr/>
          <p:nvPr/>
        </p:nvGrpSpPr>
        <p:grpSpPr>
          <a:xfrm>
            <a:off x="-6475" y="2927242"/>
            <a:ext cx="9250200" cy="2229968"/>
            <a:chOff x="-6475" y="2927242"/>
            <a:chExt cx="9250200" cy="2229968"/>
          </a:xfrm>
        </p:grpSpPr>
        <p:grpSp>
          <p:nvGrpSpPr>
            <p:cNvPr id="503" name="Google Shape;503;p16"/>
            <p:cNvGrpSpPr/>
            <p:nvPr/>
          </p:nvGrpSpPr>
          <p:grpSpPr>
            <a:xfrm>
              <a:off x="-6475" y="2927242"/>
              <a:ext cx="3303413" cy="1672406"/>
              <a:chOff x="-6475" y="2302000"/>
              <a:chExt cx="3303413" cy="1865900"/>
            </a:xfrm>
          </p:grpSpPr>
          <p:sp>
            <p:nvSpPr>
              <p:cNvPr id="504" name="Google Shape;504;p16"/>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6"/>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6"/>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6"/>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6"/>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6"/>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6"/>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6"/>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2" name="Google Shape;512;p16"/>
            <p:cNvGrpSpPr/>
            <p:nvPr/>
          </p:nvGrpSpPr>
          <p:grpSpPr>
            <a:xfrm>
              <a:off x="-6475" y="4609669"/>
              <a:ext cx="9250200" cy="547540"/>
              <a:chOff x="-6475" y="4167900"/>
              <a:chExt cx="9250200" cy="988875"/>
            </a:xfrm>
          </p:grpSpPr>
          <p:cxnSp>
            <p:nvCxnSpPr>
              <p:cNvPr id="513" name="Google Shape;513;p16"/>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514" name="Google Shape;514;p16"/>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515" name="Google Shape;515;p16"/>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516" name="Google Shape;516;p16"/>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517" name="Google Shape;517;p16"/>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518" name="Google Shape;518;p16"/>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519" name="Google Shape;519;p16"/>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520" name="Google Shape;520;p16"/>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521" name="Google Shape;521;p16"/>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522" name="Google Shape;522;p16"/>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523" name="Google Shape;523;p16"/>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524" name="Google Shape;524;p16"/>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525" name="Google Shape;525;p16"/>
          <p:cNvSpPr txBox="1"/>
          <p:nvPr>
            <p:ph type="title"/>
          </p:nvPr>
        </p:nvSpPr>
        <p:spPr>
          <a:xfrm>
            <a:off x="713225" y="1043852"/>
            <a:ext cx="3478800" cy="18234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26" name="Google Shape;526;p16"/>
          <p:cNvSpPr txBox="1"/>
          <p:nvPr>
            <p:ph idx="1" type="subTitle"/>
          </p:nvPr>
        </p:nvSpPr>
        <p:spPr>
          <a:xfrm>
            <a:off x="713225" y="2839648"/>
            <a:ext cx="3478800" cy="802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527" name="Google Shape;527;p16"/>
          <p:cNvGrpSpPr/>
          <p:nvPr/>
        </p:nvGrpSpPr>
        <p:grpSpPr>
          <a:xfrm>
            <a:off x="145521" y="111172"/>
            <a:ext cx="8865220" cy="3470620"/>
            <a:chOff x="145521" y="111172"/>
            <a:chExt cx="8865220" cy="3470620"/>
          </a:xfrm>
        </p:grpSpPr>
        <p:sp>
          <p:nvSpPr>
            <p:cNvPr id="528" name="Google Shape;528;p16"/>
            <p:cNvSpPr/>
            <p:nvPr/>
          </p:nvSpPr>
          <p:spPr>
            <a:xfrm rot="1771310">
              <a:off x="8597350" y="170913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6"/>
            <p:cNvSpPr/>
            <p:nvPr/>
          </p:nvSpPr>
          <p:spPr>
            <a:xfrm rot="1771310">
              <a:off x="208975" y="31684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6"/>
            <p:cNvSpPr/>
            <p:nvPr/>
          </p:nvSpPr>
          <p:spPr>
            <a:xfrm rot="1771310">
              <a:off x="1568275" y="1746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531" name="Shape 531"/>
        <p:cNvGrpSpPr/>
        <p:nvPr/>
      </p:nvGrpSpPr>
      <p:grpSpPr>
        <a:xfrm>
          <a:off x="0" y="0"/>
          <a:ext cx="0" cy="0"/>
          <a:chOff x="0" y="0"/>
          <a:chExt cx="0" cy="0"/>
        </a:xfrm>
      </p:grpSpPr>
      <p:grpSp>
        <p:nvGrpSpPr>
          <p:cNvPr id="532" name="Google Shape;532;p17"/>
          <p:cNvGrpSpPr/>
          <p:nvPr/>
        </p:nvGrpSpPr>
        <p:grpSpPr>
          <a:xfrm>
            <a:off x="-6475" y="2927242"/>
            <a:ext cx="9250200" cy="2229968"/>
            <a:chOff x="-6475" y="2927242"/>
            <a:chExt cx="9250200" cy="2229968"/>
          </a:xfrm>
        </p:grpSpPr>
        <p:grpSp>
          <p:nvGrpSpPr>
            <p:cNvPr id="533" name="Google Shape;533;p17"/>
            <p:cNvGrpSpPr/>
            <p:nvPr/>
          </p:nvGrpSpPr>
          <p:grpSpPr>
            <a:xfrm flipH="1">
              <a:off x="5831182" y="2927242"/>
              <a:ext cx="3303413" cy="1672406"/>
              <a:chOff x="-6475" y="2302000"/>
              <a:chExt cx="3303413" cy="1865900"/>
            </a:xfrm>
          </p:grpSpPr>
          <p:sp>
            <p:nvSpPr>
              <p:cNvPr id="534" name="Google Shape;534;p17"/>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7"/>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7"/>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7"/>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7"/>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7"/>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7"/>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7"/>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 name="Google Shape;542;p17"/>
            <p:cNvGrpSpPr/>
            <p:nvPr/>
          </p:nvGrpSpPr>
          <p:grpSpPr>
            <a:xfrm>
              <a:off x="-6475" y="2927242"/>
              <a:ext cx="3303413" cy="1672406"/>
              <a:chOff x="-6475" y="2302000"/>
              <a:chExt cx="3303413" cy="1865900"/>
            </a:xfrm>
          </p:grpSpPr>
          <p:sp>
            <p:nvSpPr>
              <p:cNvPr id="543" name="Google Shape;543;p17"/>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7"/>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7"/>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7"/>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7"/>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7"/>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7"/>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7"/>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1" name="Google Shape;551;p17"/>
            <p:cNvGrpSpPr/>
            <p:nvPr/>
          </p:nvGrpSpPr>
          <p:grpSpPr>
            <a:xfrm>
              <a:off x="-6475" y="4609669"/>
              <a:ext cx="9250200" cy="547540"/>
              <a:chOff x="-6475" y="4167900"/>
              <a:chExt cx="9250200" cy="988875"/>
            </a:xfrm>
          </p:grpSpPr>
          <p:cxnSp>
            <p:nvCxnSpPr>
              <p:cNvPr id="552" name="Google Shape;552;p17"/>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553" name="Google Shape;553;p17"/>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554" name="Google Shape;554;p17"/>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555" name="Google Shape;555;p17"/>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556" name="Google Shape;556;p17"/>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557" name="Google Shape;557;p17"/>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558" name="Google Shape;558;p17"/>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559" name="Google Shape;559;p17"/>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560" name="Google Shape;560;p17"/>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561" name="Google Shape;561;p17"/>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562" name="Google Shape;562;p17"/>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563" name="Google Shape;563;p17"/>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564" name="Google Shape;564;p17"/>
          <p:cNvSpPr txBox="1"/>
          <p:nvPr>
            <p:ph type="title"/>
          </p:nvPr>
        </p:nvSpPr>
        <p:spPr>
          <a:xfrm>
            <a:off x="713225" y="1915375"/>
            <a:ext cx="3378000" cy="6912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65" name="Google Shape;565;p17"/>
          <p:cNvSpPr txBox="1"/>
          <p:nvPr>
            <p:ph idx="1" type="subTitle"/>
          </p:nvPr>
        </p:nvSpPr>
        <p:spPr>
          <a:xfrm>
            <a:off x="713225" y="2606575"/>
            <a:ext cx="3378000" cy="81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566" name="Google Shape;566;p17"/>
          <p:cNvGrpSpPr/>
          <p:nvPr/>
        </p:nvGrpSpPr>
        <p:grpSpPr>
          <a:xfrm>
            <a:off x="120146" y="181297"/>
            <a:ext cx="6870870" cy="4814470"/>
            <a:chOff x="120146" y="181297"/>
            <a:chExt cx="6870870" cy="4814470"/>
          </a:xfrm>
        </p:grpSpPr>
        <p:grpSp>
          <p:nvGrpSpPr>
            <p:cNvPr id="567" name="Google Shape;567;p17"/>
            <p:cNvGrpSpPr/>
            <p:nvPr/>
          </p:nvGrpSpPr>
          <p:grpSpPr>
            <a:xfrm>
              <a:off x="120146" y="181297"/>
              <a:ext cx="6870870" cy="4814470"/>
              <a:chOff x="120146" y="181297"/>
              <a:chExt cx="6870870" cy="4814470"/>
            </a:xfrm>
          </p:grpSpPr>
          <p:sp>
            <p:nvSpPr>
              <p:cNvPr id="568" name="Google Shape;568;p17"/>
              <p:cNvSpPr/>
              <p:nvPr/>
            </p:nvSpPr>
            <p:spPr>
              <a:xfrm rot="1771310">
                <a:off x="6577625" y="2448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7"/>
              <p:cNvSpPr/>
              <p:nvPr/>
            </p:nvSpPr>
            <p:spPr>
              <a:xfrm rot="1771310">
                <a:off x="183600" y="12942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7"/>
              <p:cNvSpPr/>
              <p:nvPr/>
            </p:nvSpPr>
            <p:spPr>
              <a:xfrm rot="1771310">
                <a:off x="3735325" y="458243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 name="Google Shape;571;p17"/>
            <p:cNvGrpSpPr/>
            <p:nvPr/>
          </p:nvGrpSpPr>
          <p:grpSpPr>
            <a:xfrm>
              <a:off x="2247385" y="281314"/>
              <a:ext cx="745978" cy="516368"/>
              <a:chOff x="3917850" y="-2722083"/>
              <a:chExt cx="1171264" cy="810752"/>
            </a:xfrm>
          </p:grpSpPr>
          <p:sp>
            <p:nvSpPr>
              <p:cNvPr id="572" name="Google Shape;572;p17"/>
              <p:cNvSpPr/>
              <p:nvPr/>
            </p:nvSpPr>
            <p:spPr>
              <a:xfrm>
                <a:off x="3917850" y="-2519395"/>
                <a:ext cx="468064" cy="405392"/>
              </a:xfrm>
              <a:custGeom>
                <a:rect b="b" l="l" r="r" t="t"/>
                <a:pathLst>
                  <a:path extrusionOk="0" fill="none" h="25337" w="29254">
                    <a:moveTo>
                      <a:pt x="21942" y="0"/>
                    </a:moveTo>
                    <a:lnTo>
                      <a:pt x="7314" y="0"/>
                    </a:lnTo>
                    <a:lnTo>
                      <a:pt x="0" y="12668"/>
                    </a:lnTo>
                    <a:lnTo>
                      <a:pt x="7314" y="25336"/>
                    </a:lnTo>
                    <a:lnTo>
                      <a:pt x="21942"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7"/>
              <p:cNvSpPr/>
              <p:nvPr/>
            </p:nvSpPr>
            <p:spPr>
              <a:xfrm>
                <a:off x="4621050" y="-2519395"/>
                <a:ext cx="468064" cy="405392"/>
              </a:xfrm>
              <a:custGeom>
                <a:rect b="b" l="l" r="r" t="t"/>
                <a:pathLst>
                  <a:path extrusionOk="0" fill="none" h="25337" w="29254">
                    <a:moveTo>
                      <a:pt x="21940" y="0"/>
                    </a:moveTo>
                    <a:lnTo>
                      <a:pt x="7314" y="0"/>
                    </a:lnTo>
                    <a:lnTo>
                      <a:pt x="0" y="12668"/>
                    </a:lnTo>
                    <a:lnTo>
                      <a:pt x="7314" y="25336"/>
                    </a:lnTo>
                    <a:lnTo>
                      <a:pt x="21940"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7"/>
              <p:cNvSpPr/>
              <p:nvPr/>
            </p:nvSpPr>
            <p:spPr>
              <a:xfrm>
                <a:off x="4269322" y="-2722083"/>
                <a:ext cx="468096" cy="405392"/>
              </a:xfrm>
              <a:custGeom>
                <a:rect b="b" l="l" r="r" t="t"/>
                <a:pathLst>
                  <a:path extrusionOk="0" fill="none" h="25337" w="29256">
                    <a:moveTo>
                      <a:pt x="21942" y="1"/>
                    </a:moveTo>
                    <a:lnTo>
                      <a:pt x="7314" y="1"/>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7"/>
              <p:cNvSpPr/>
              <p:nvPr/>
            </p:nvSpPr>
            <p:spPr>
              <a:xfrm>
                <a:off x="4269322" y="-2316707"/>
                <a:ext cx="468096" cy="405376"/>
              </a:xfrm>
              <a:custGeom>
                <a:rect b="b" l="l" r="r" t="t"/>
                <a:pathLst>
                  <a:path extrusionOk="0" fill="none" h="25336" w="29256">
                    <a:moveTo>
                      <a:pt x="21942" y="0"/>
                    </a:moveTo>
                    <a:lnTo>
                      <a:pt x="7314" y="0"/>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576" name="Shape 576"/>
        <p:cNvGrpSpPr/>
        <p:nvPr/>
      </p:nvGrpSpPr>
      <p:grpSpPr>
        <a:xfrm>
          <a:off x="0" y="0"/>
          <a:ext cx="0" cy="0"/>
          <a:chOff x="0" y="0"/>
          <a:chExt cx="0" cy="0"/>
        </a:xfrm>
      </p:grpSpPr>
      <p:grpSp>
        <p:nvGrpSpPr>
          <p:cNvPr id="577" name="Google Shape;577;p18"/>
          <p:cNvGrpSpPr/>
          <p:nvPr/>
        </p:nvGrpSpPr>
        <p:grpSpPr>
          <a:xfrm>
            <a:off x="-6475" y="2927242"/>
            <a:ext cx="9250200" cy="2229968"/>
            <a:chOff x="-6475" y="2927242"/>
            <a:chExt cx="9250200" cy="2229968"/>
          </a:xfrm>
        </p:grpSpPr>
        <p:grpSp>
          <p:nvGrpSpPr>
            <p:cNvPr id="578" name="Google Shape;578;p18"/>
            <p:cNvGrpSpPr/>
            <p:nvPr/>
          </p:nvGrpSpPr>
          <p:grpSpPr>
            <a:xfrm flipH="1">
              <a:off x="5831182" y="2927242"/>
              <a:ext cx="3303413" cy="1672406"/>
              <a:chOff x="-6475" y="2302000"/>
              <a:chExt cx="3303413" cy="1865900"/>
            </a:xfrm>
          </p:grpSpPr>
          <p:sp>
            <p:nvSpPr>
              <p:cNvPr id="579" name="Google Shape;579;p18"/>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8"/>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8"/>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8"/>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8"/>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8"/>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8"/>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8"/>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7" name="Google Shape;587;p18"/>
            <p:cNvGrpSpPr/>
            <p:nvPr/>
          </p:nvGrpSpPr>
          <p:grpSpPr>
            <a:xfrm>
              <a:off x="-6475" y="2927242"/>
              <a:ext cx="3303413" cy="1672406"/>
              <a:chOff x="-6475" y="2302000"/>
              <a:chExt cx="3303413" cy="1865900"/>
            </a:xfrm>
          </p:grpSpPr>
          <p:sp>
            <p:nvSpPr>
              <p:cNvPr id="588" name="Google Shape;588;p18"/>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8"/>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8"/>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8"/>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8"/>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8"/>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8"/>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8"/>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6" name="Google Shape;596;p18"/>
            <p:cNvGrpSpPr/>
            <p:nvPr/>
          </p:nvGrpSpPr>
          <p:grpSpPr>
            <a:xfrm>
              <a:off x="-6475" y="4609669"/>
              <a:ext cx="9250200" cy="547540"/>
              <a:chOff x="-6475" y="4167900"/>
              <a:chExt cx="9250200" cy="988875"/>
            </a:xfrm>
          </p:grpSpPr>
          <p:cxnSp>
            <p:nvCxnSpPr>
              <p:cNvPr id="597" name="Google Shape;597;p18"/>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598" name="Google Shape;598;p18"/>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599" name="Google Shape;599;p18"/>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600" name="Google Shape;600;p18"/>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601" name="Google Shape;601;p18"/>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602" name="Google Shape;602;p18"/>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603" name="Google Shape;603;p18"/>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604" name="Google Shape;604;p18"/>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605" name="Google Shape;605;p18"/>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606" name="Google Shape;606;p18"/>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607" name="Google Shape;607;p18"/>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608" name="Google Shape;608;p18"/>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609" name="Google Shape;609;p18"/>
          <p:cNvSpPr txBox="1"/>
          <p:nvPr>
            <p:ph type="title"/>
          </p:nvPr>
        </p:nvSpPr>
        <p:spPr>
          <a:xfrm>
            <a:off x="4895672" y="1915375"/>
            <a:ext cx="3534900" cy="572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10" name="Google Shape;610;p18"/>
          <p:cNvSpPr txBox="1"/>
          <p:nvPr>
            <p:ph idx="1" type="subTitle"/>
          </p:nvPr>
        </p:nvSpPr>
        <p:spPr>
          <a:xfrm>
            <a:off x="4895840" y="2488075"/>
            <a:ext cx="3534900" cy="1080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611" name="Shape 611"/>
        <p:cNvGrpSpPr/>
        <p:nvPr/>
      </p:nvGrpSpPr>
      <p:grpSpPr>
        <a:xfrm>
          <a:off x="0" y="0"/>
          <a:ext cx="0" cy="0"/>
          <a:chOff x="0" y="0"/>
          <a:chExt cx="0" cy="0"/>
        </a:xfrm>
      </p:grpSpPr>
      <p:grpSp>
        <p:nvGrpSpPr>
          <p:cNvPr id="612" name="Google Shape;612;p19"/>
          <p:cNvGrpSpPr/>
          <p:nvPr/>
        </p:nvGrpSpPr>
        <p:grpSpPr>
          <a:xfrm>
            <a:off x="-6475" y="2927242"/>
            <a:ext cx="9250200" cy="2229968"/>
            <a:chOff x="-6475" y="2927242"/>
            <a:chExt cx="9250200" cy="2229968"/>
          </a:xfrm>
        </p:grpSpPr>
        <p:grpSp>
          <p:nvGrpSpPr>
            <p:cNvPr id="613" name="Google Shape;613;p19"/>
            <p:cNvGrpSpPr/>
            <p:nvPr/>
          </p:nvGrpSpPr>
          <p:grpSpPr>
            <a:xfrm flipH="1">
              <a:off x="5831182" y="2927242"/>
              <a:ext cx="3303413" cy="1672406"/>
              <a:chOff x="-6475" y="2302000"/>
              <a:chExt cx="3303413" cy="1865900"/>
            </a:xfrm>
          </p:grpSpPr>
          <p:sp>
            <p:nvSpPr>
              <p:cNvPr id="614" name="Google Shape;614;p19"/>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9"/>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9"/>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9"/>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9"/>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9"/>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9"/>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9"/>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2" name="Google Shape;622;p19"/>
            <p:cNvGrpSpPr/>
            <p:nvPr/>
          </p:nvGrpSpPr>
          <p:grpSpPr>
            <a:xfrm>
              <a:off x="-6475" y="2927242"/>
              <a:ext cx="3303413" cy="1672406"/>
              <a:chOff x="-6475" y="2302000"/>
              <a:chExt cx="3303413" cy="1865900"/>
            </a:xfrm>
          </p:grpSpPr>
          <p:sp>
            <p:nvSpPr>
              <p:cNvPr id="623" name="Google Shape;623;p19"/>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9"/>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9"/>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9"/>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9"/>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9"/>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9"/>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9"/>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1" name="Google Shape;631;p19"/>
            <p:cNvGrpSpPr/>
            <p:nvPr/>
          </p:nvGrpSpPr>
          <p:grpSpPr>
            <a:xfrm>
              <a:off x="-6475" y="4609669"/>
              <a:ext cx="9250200" cy="547540"/>
              <a:chOff x="-6475" y="4167900"/>
              <a:chExt cx="9250200" cy="988875"/>
            </a:xfrm>
          </p:grpSpPr>
          <p:cxnSp>
            <p:nvCxnSpPr>
              <p:cNvPr id="632" name="Google Shape;632;p19"/>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633" name="Google Shape;633;p19"/>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634" name="Google Shape;634;p19"/>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635" name="Google Shape;635;p19"/>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636" name="Google Shape;636;p19"/>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637" name="Google Shape;637;p19"/>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638" name="Google Shape;638;p19"/>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639" name="Google Shape;639;p19"/>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640" name="Google Shape;640;p19"/>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641" name="Google Shape;641;p19"/>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642" name="Google Shape;642;p19"/>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643" name="Google Shape;643;p19"/>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grpSp>
        <p:nvGrpSpPr>
          <p:cNvPr id="644" name="Google Shape;644;p19"/>
          <p:cNvGrpSpPr/>
          <p:nvPr/>
        </p:nvGrpSpPr>
        <p:grpSpPr>
          <a:xfrm>
            <a:off x="-155204" y="-3"/>
            <a:ext cx="9530395" cy="3591153"/>
            <a:chOff x="-155204" y="-3"/>
            <a:chExt cx="9530395" cy="3591153"/>
          </a:xfrm>
        </p:grpSpPr>
        <p:sp>
          <p:nvSpPr>
            <p:cNvPr id="645" name="Google Shape;645;p19"/>
            <p:cNvSpPr/>
            <p:nvPr/>
          </p:nvSpPr>
          <p:spPr>
            <a:xfrm rot="1771310">
              <a:off x="6451550" y="635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9"/>
            <p:cNvSpPr/>
            <p:nvPr/>
          </p:nvSpPr>
          <p:spPr>
            <a:xfrm rot="1771310">
              <a:off x="8961800" y="12910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9"/>
            <p:cNvSpPr/>
            <p:nvPr/>
          </p:nvSpPr>
          <p:spPr>
            <a:xfrm rot="1771310">
              <a:off x="-91750" y="2316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8" name="Google Shape;648;p19"/>
            <p:cNvPicPr preferRelativeResize="0"/>
            <p:nvPr/>
          </p:nvPicPr>
          <p:blipFill rotWithShape="1">
            <a:blip r:embed="rId2">
              <a:alphaModFix/>
            </a:blip>
            <a:srcRect b="12546" l="28959" r="12546" t="12546"/>
            <a:stretch/>
          </p:blipFill>
          <p:spPr>
            <a:xfrm rot="10800000">
              <a:off x="-13426" y="2994602"/>
              <a:ext cx="726651" cy="596548"/>
            </a:xfrm>
            <a:prstGeom prst="rect">
              <a:avLst/>
            </a:prstGeom>
            <a:noFill/>
            <a:ln>
              <a:noFill/>
            </a:ln>
          </p:spPr>
        </p:pic>
      </p:grpSp>
      <p:sp>
        <p:nvSpPr>
          <p:cNvPr id="649" name="Google Shape;649;p1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50" name="Google Shape;650;p19"/>
          <p:cNvSpPr txBox="1"/>
          <p:nvPr>
            <p:ph idx="1" type="subTitle"/>
          </p:nvPr>
        </p:nvSpPr>
        <p:spPr>
          <a:xfrm>
            <a:off x="2681302" y="3387506"/>
            <a:ext cx="5060700" cy="533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1" name="Google Shape;651;p19"/>
          <p:cNvSpPr txBox="1"/>
          <p:nvPr>
            <p:ph idx="2" type="subTitle"/>
          </p:nvPr>
        </p:nvSpPr>
        <p:spPr>
          <a:xfrm>
            <a:off x="1401998" y="1912906"/>
            <a:ext cx="5060700" cy="53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2" name="Google Shape;652;p19"/>
          <p:cNvSpPr txBox="1"/>
          <p:nvPr>
            <p:ph idx="3" type="subTitle"/>
          </p:nvPr>
        </p:nvSpPr>
        <p:spPr>
          <a:xfrm>
            <a:off x="2681297" y="2994600"/>
            <a:ext cx="5060700" cy="5334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14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1400"/>
              <a:buFont typeface="Secular One"/>
              <a:buNone/>
              <a:defRPr>
                <a:latin typeface="Secular One"/>
                <a:ea typeface="Secular One"/>
                <a:cs typeface="Secular One"/>
                <a:sym typeface="Secular One"/>
              </a:defRPr>
            </a:lvl2pPr>
            <a:lvl3pPr lvl="2" rtl="0" algn="ctr">
              <a:lnSpc>
                <a:spcPct val="100000"/>
              </a:lnSpc>
              <a:spcBef>
                <a:spcPts val="0"/>
              </a:spcBef>
              <a:spcAft>
                <a:spcPts val="0"/>
              </a:spcAft>
              <a:buSzPts val="1400"/>
              <a:buFont typeface="Secular One"/>
              <a:buNone/>
              <a:defRPr>
                <a:latin typeface="Secular One"/>
                <a:ea typeface="Secular One"/>
                <a:cs typeface="Secular One"/>
                <a:sym typeface="Secular One"/>
              </a:defRPr>
            </a:lvl3pPr>
            <a:lvl4pPr lvl="3" rtl="0" algn="ctr">
              <a:lnSpc>
                <a:spcPct val="100000"/>
              </a:lnSpc>
              <a:spcBef>
                <a:spcPts val="0"/>
              </a:spcBef>
              <a:spcAft>
                <a:spcPts val="0"/>
              </a:spcAft>
              <a:buSzPts val="1400"/>
              <a:buFont typeface="Secular One"/>
              <a:buNone/>
              <a:defRPr>
                <a:latin typeface="Secular One"/>
                <a:ea typeface="Secular One"/>
                <a:cs typeface="Secular One"/>
                <a:sym typeface="Secular One"/>
              </a:defRPr>
            </a:lvl4pPr>
            <a:lvl5pPr lvl="4" rtl="0" algn="ctr">
              <a:lnSpc>
                <a:spcPct val="100000"/>
              </a:lnSpc>
              <a:spcBef>
                <a:spcPts val="0"/>
              </a:spcBef>
              <a:spcAft>
                <a:spcPts val="0"/>
              </a:spcAft>
              <a:buSzPts val="1400"/>
              <a:buFont typeface="Secular One"/>
              <a:buNone/>
              <a:defRPr>
                <a:latin typeface="Secular One"/>
                <a:ea typeface="Secular One"/>
                <a:cs typeface="Secular One"/>
                <a:sym typeface="Secular One"/>
              </a:defRPr>
            </a:lvl5pPr>
            <a:lvl6pPr lvl="5" rtl="0" algn="ctr">
              <a:lnSpc>
                <a:spcPct val="100000"/>
              </a:lnSpc>
              <a:spcBef>
                <a:spcPts val="0"/>
              </a:spcBef>
              <a:spcAft>
                <a:spcPts val="0"/>
              </a:spcAft>
              <a:buSzPts val="1400"/>
              <a:buFont typeface="Secular One"/>
              <a:buNone/>
              <a:defRPr>
                <a:latin typeface="Secular One"/>
                <a:ea typeface="Secular One"/>
                <a:cs typeface="Secular One"/>
                <a:sym typeface="Secular One"/>
              </a:defRPr>
            </a:lvl6pPr>
            <a:lvl7pPr lvl="6" rtl="0" algn="ctr">
              <a:lnSpc>
                <a:spcPct val="100000"/>
              </a:lnSpc>
              <a:spcBef>
                <a:spcPts val="0"/>
              </a:spcBef>
              <a:spcAft>
                <a:spcPts val="0"/>
              </a:spcAft>
              <a:buSzPts val="1400"/>
              <a:buFont typeface="Secular One"/>
              <a:buNone/>
              <a:defRPr>
                <a:latin typeface="Secular One"/>
                <a:ea typeface="Secular One"/>
                <a:cs typeface="Secular One"/>
                <a:sym typeface="Secular One"/>
              </a:defRPr>
            </a:lvl7pPr>
            <a:lvl8pPr lvl="7" rtl="0" algn="ctr">
              <a:lnSpc>
                <a:spcPct val="100000"/>
              </a:lnSpc>
              <a:spcBef>
                <a:spcPts val="0"/>
              </a:spcBef>
              <a:spcAft>
                <a:spcPts val="0"/>
              </a:spcAft>
              <a:buSzPts val="1400"/>
              <a:buFont typeface="Secular One"/>
              <a:buNone/>
              <a:defRPr>
                <a:latin typeface="Secular One"/>
                <a:ea typeface="Secular One"/>
                <a:cs typeface="Secular One"/>
                <a:sym typeface="Secular One"/>
              </a:defRPr>
            </a:lvl8pPr>
            <a:lvl9pPr lvl="8" rtl="0" algn="ctr">
              <a:lnSpc>
                <a:spcPct val="100000"/>
              </a:lnSpc>
              <a:spcBef>
                <a:spcPts val="0"/>
              </a:spcBef>
              <a:spcAft>
                <a:spcPts val="0"/>
              </a:spcAft>
              <a:buSzPts val="1400"/>
              <a:buFont typeface="Secular One"/>
              <a:buNone/>
              <a:defRPr>
                <a:latin typeface="Secular One"/>
                <a:ea typeface="Secular One"/>
                <a:cs typeface="Secular One"/>
                <a:sym typeface="Secular One"/>
              </a:defRPr>
            </a:lvl9pPr>
          </a:lstStyle>
          <a:p/>
        </p:txBody>
      </p:sp>
      <p:sp>
        <p:nvSpPr>
          <p:cNvPr id="653" name="Google Shape;653;p19"/>
          <p:cNvSpPr txBox="1"/>
          <p:nvPr>
            <p:ph idx="4" type="subTitle"/>
          </p:nvPr>
        </p:nvSpPr>
        <p:spPr>
          <a:xfrm>
            <a:off x="1401998" y="1519988"/>
            <a:ext cx="5060700" cy="533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1400"/>
              <a:buFont typeface="Secular One"/>
              <a:buNone/>
              <a:defRPr>
                <a:latin typeface="Secular One"/>
                <a:ea typeface="Secular One"/>
                <a:cs typeface="Secular One"/>
                <a:sym typeface="Secular One"/>
              </a:defRPr>
            </a:lvl2pPr>
            <a:lvl3pPr lvl="2" rtl="0" algn="ctr">
              <a:lnSpc>
                <a:spcPct val="100000"/>
              </a:lnSpc>
              <a:spcBef>
                <a:spcPts val="0"/>
              </a:spcBef>
              <a:spcAft>
                <a:spcPts val="0"/>
              </a:spcAft>
              <a:buSzPts val="1400"/>
              <a:buFont typeface="Secular One"/>
              <a:buNone/>
              <a:defRPr>
                <a:latin typeface="Secular One"/>
                <a:ea typeface="Secular One"/>
                <a:cs typeface="Secular One"/>
                <a:sym typeface="Secular One"/>
              </a:defRPr>
            </a:lvl3pPr>
            <a:lvl4pPr lvl="3" rtl="0" algn="ctr">
              <a:lnSpc>
                <a:spcPct val="100000"/>
              </a:lnSpc>
              <a:spcBef>
                <a:spcPts val="0"/>
              </a:spcBef>
              <a:spcAft>
                <a:spcPts val="0"/>
              </a:spcAft>
              <a:buSzPts val="1400"/>
              <a:buFont typeface="Secular One"/>
              <a:buNone/>
              <a:defRPr>
                <a:latin typeface="Secular One"/>
                <a:ea typeface="Secular One"/>
                <a:cs typeface="Secular One"/>
                <a:sym typeface="Secular One"/>
              </a:defRPr>
            </a:lvl4pPr>
            <a:lvl5pPr lvl="4" rtl="0" algn="ctr">
              <a:lnSpc>
                <a:spcPct val="100000"/>
              </a:lnSpc>
              <a:spcBef>
                <a:spcPts val="0"/>
              </a:spcBef>
              <a:spcAft>
                <a:spcPts val="0"/>
              </a:spcAft>
              <a:buSzPts val="1400"/>
              <a:buFont typeface="Secular One"/>
              <a:buNone/>
              <a:defRPr>
                <a:latin typeface="Secular One"/>
                <a:ea typeface="Secular One"/>
                <a:cs typeface="Secular One"/>
                <a:sym typeface="Secular One"/>
              </a:defRPr>
            </a:lvl5pPr>
            <a:lvl6pPr lvl="5" rtl="0" algn="ctr">
              <a:lnSpc>
                <a:spcPct val="100000"/>
              </a:lnSpc>
              <a:spcBef>
                <a:spcPts val="0"/>
              </a:spcBef>
              <a:spcAft>
                <a:spcPts val="0"/>
              </a:spcAft>
              <a:buSzPts val="1400"/>
              <a:buFont typeface="Secular One"/>
              <a:buNone/>
              <a:defRPr>
                <a:latin typeface="Secular One"/>
                <a:ea typeface="Secular One"/>
                <a:cs typeface="Secular One"/>
                <a:sym typeface="Secular One"/>
              </a:defRPr>
            </a:lvl6pPr>
            <a:lvl7pPr lvl="6" rtl="0" algn="ctr">
              <a:lnSpc>
                <a:spcPct val="100000"/>
              </a:lnSpc>
              <a:spcBef>
                <a:spcPts val="0"/>
              </a:spcBef>
              <a:spcAft>
                <a:spcPts val="0"/>
              </a:spcAft>
              <a:buSzPts val="1400"/>
              <a:buFont typeface="Secular One"/>
              <a:buNone/>
              <a:defRPr>
                <a:latin typeface="Secular One"/>
                <a:ea typeface="Secular One"/>
                <a:cs typeface="Secular One"/>
                <a:sym typeface="Secular One"/>
              </a:defRPr>
            </a:lvl7pPr>
            <a:lvl8pPr lvl="7" rtl="0" algn="ctr">
              <a:lnSpc>
                <a:spcPct val="100000"/>
              </a:lnSpc>
              <a:spcBef>
                <a:spcPts val="0"/>
              </a:spcBef>
              <a:spcAft>
                <a:spcPts val="0"/>
              </a:spcAft>
              <a:buSzPts val="1400"/>
              <a:buFont typeface="Secular One"/>
              <a:buNone/>
              <a:defRPr>
                <a:latin typeface="Secular One"/>
                <a:ea typeface="Secular One"/>
                <a:cs typeface="Secular One"/>
                <a:sym typeface="Secular One"/>
              </a:defRPr>
            </a:lvl8pPr>
            <a:lvl9pPr lvl="8" rtl="0" algn="ctr">
              <a:lnSpc>
                <a:spcPct val="100000"/>
              </a:lnSpc>
              <a:spcBef>
                <a:spcPts val="0"/>
              </a:spcBef>
              <a:spcAft>
                <a:spcPts val="0"/>
              </a:spcAft>
              <a:buSzPts val="1400"/>
              <a:buFont typeface="Secular One"/>
              <a:buNone/>
              <a:defRPr>
                <a:latin typeface="Secular One"/>
                <a:ea typeface="Secular One"/>
                <a:cs typeface="Secular One"/>
                <a:sym typeface="Secular 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654" name="Shape 654"/>
        <p:cNvGrpSpPr/>
        <p:nvPr/>
      </p:nvGrpSpPr>
      <p:grpSpPr>
        <a:xfrm>
          <a:off x="0" y="0"/>
          <a:ext cx="0" cy="0"/>
          <a:chOff x="0" y="0"/>
          <a:chExt cx="0" cy="0"/>
        </a:xfrm>
      </p:grpSpPr>
      <p:grpSp>
        <p:nvGrpSpPr>
          <p:cNvPr id="655" name="Google Shape;655;p20"/>
          <p:cNvGrpSpPr/>
          <p:nvPr/>
        </p:nvGrpSpPr>
        <p:grpSpPr>
          <a:xfrm>
            <a:off x="-6475" y="2927242"/>
            <a:ext cx="9250200" cy="2229968"/>
            <a:chOff x="-6475" y="2927242"/>
            <a:chExt cx="9250200" cy="2229968"/>
          </a:xfrm>
        </p:grpSpPr>
        <p:grpSp>
          <p:nvGrpSpPr>
            <p:cNvPr id="656" name="Google Shape;656;p20"/>
            <p:cNvGrpSpPr/>
            <p:nvPr/>
          </p:nvGrpSpPr>
          <p:grpSpPr>
            <a:xfrm flipH="1">
              <a:off x="5831182" y="2927242"/>
              <a:ext cx="3303413" cy="1672406"/>
              <a:chOff x="-6475" y="2302000"/>
              <a:chExt cx="3303413" cy="1865900"/>
            </a:xfrm>
          </p:grpSpPr>
          <p:sp>
            <p:nvSpPr>
              <p:cNvPr id="657" name="Google Shape;657;p20"/>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0"/>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0"/>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0"/>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0"/>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0"/>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0"/>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0"/>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5" name="Google Shape;665;p20"/>
            <p:cNvGrpSpPr/>
            <p:nvPr/>
          </p:nvGrpSpPr>
          <p:grpSpPr>
            <a:xfrm>
              <a:off x="-6475" y="2927242"/>
              <a:ext cx="3303413" cy="1672406"/>
              <a:chOff x="-6475" y="2302000"/>
              <a:chExt cx="3303413" cy="1865900"/>
            </a:xfrm>
          </p:grpSpPr>
          <p:sp>
            <p:nvSpPr>
              <p:cNvPr id="666" name="Google Shape;666;p20"/>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0"/>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0"/>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0"/>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0"/>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0"/>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0"/>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0"/>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4" name="Google Shape;674;p20"/>
            <p:cNvGrpSpPr/>
            <p:nvPr/>
          </p:nvGrpSpPr>
          <p:grpSpPr>
            <a:xfrm>
              <a:off x="-6475" y="4609669"/>
              <a:ext cx="9250200" cy="547540"/>
              <a:chOff x="-6475" y="4167900"/>
              <a:chExt cx="9250200" cy="988875"/>
            </a:xfrm>
          </p:grpSpPr>
          <p:cxnSp>
            <p:nvCxnSpPr>
              <p:cNvPr id="675" name="Google Shape;675;p20"/>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676" name="Google Shape;676;p20"/>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677" name="Google Shape;677;p20"/>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678" name="Google Shape;678;p20"/>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679" name="Google Shape;679;p20"/>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680" name="Google Shape;680;p20"/>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681" name="Google Shape;681;p20"/>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682" name="Google Shape;682;p20"/>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683" name="Google Shape;683;p20"/>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684" name="Google Shape;684;p20"/>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685" name="Google Shape;685;p20"/>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686" name="Google Shape;686;p20"/>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687" name="Google Shape;687;p2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88" name="Google Shape;688;p20"/>
          <p:cNvSpPr txBox="1"/>
          <p:nvPr>
            <p:ph idx="1" type="subTitle"/>
          </p:nvPr>
        </p:nvSpPr>
        <p:spPr>
          <a:xfrm>
            <a:off x="4620465" y="1480000"/>
            <a:ext cx="32289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89" name="Google Shape;689;p20"/>
          <p:cNvSpPr txBox="1"/>
          <p:nvPr>
            <p:ph idx="2" type="subTitle"/>
          </p:nvPr>
        </p:nvSpPr>
        <p:spPr>
          <a:xfrm>
            <a:off x="4620465" y="2478613"/>
            <a:ext cx="32289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90" name="Google Shape;690;p20"/>
          <p:cNvSpPr txBox="1"/>
          <p:nvPr>
            <p:ph idx="3" type="subTitle"/>
          </p:nvPr>
        </p:nvSpPr>
        <p:spPr>
          <a:xfrm>
            <a:off x="4620465" y="3477225"/>
            <a:ext cx="32289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91" name="Google Shape;691;p20"/>
          <p:cNvSpPr txBox="1"/>
          <p:nvPr>
            <p:ph idx="4" type="subTitle"/>
          </p:nvPr>
        </p:nvSpPr>
        <p:spPr>
          <a:xfrm>
            <a:off x="1481300" y="1480000"/>
            <a:ext cx="31392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692" name="Google Shape;692;p20"/>
          <p:cNvSpPr txBox="1"/>
          <p:nvPr>
            <p:ph idx="5" type="subTitle"/>
          </p:nvPr>
        </p:nvSpPr>
        <p:spPr>
          <a:xfrm>
            <a:off x="1481301" y="2478602"/>
            <a:ext cx="31392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693" name="Google Shape;693;p20"/>
          <p:cNvSpPr txBox="1"/>
          <p:nvPr>
            <p:ph idx="6" type="subTitle"/>
          </p:nvPr>
        </p:nvSpPr>
        <p:spPr>
          <a:xfrm>
            <a:off x="1481300" y="3477224"/>
            <a:ext cx="31392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grpSp>
        <p:nvGrpSpPr>
          <p:cNvPr id="694" name="Google Shape;694;p20"/>
          <p:cNvGrpSpPr/>
          <p:nvPr/>
        </p:nvGrpSpPr>
        <p:grpSpPr>
          <a:xfrm>
            <a:off x="323871" y="-84053"/>
            <a:ext cx="8668904" cy="5098353"/>
            <a:chOff x="323871" y="-84053"/>
            <a:chExt cx="8668904" cy="5098353"/>
          </a:xfrm>
        </p:grpSpPr>
        <p:sp>
          <p:nvSpPr>
            <p:cNvPr id="695" name="Google Shape;695;p20"/>
            <p:cNvSpPr/>
            <p:nvPr/>
          </p:nvSpPr>
          <p:spPr>
            <a:xfrm rot="1771310">
              <a:off x="387325" y="44290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6" name="Google Shape;696;p20"/>
            <p:cNvPicPr preferRelativeResize="0"/>
            <p:nvPr/>
          </p:nvPicPr>
          <p:blipFill rotWithShape="1">
            <a:blip r:embed="rId2">
              <a:alphaModFix/>
            </a:blip>
            <a:srcRect b="12546" l="28959" r="12546" t="12546"/>
            <a:stretch/>
          </p:blipFill>
          <p:spPr>
            <a:xfrm rot="10800000">
              <a:off x="8266124" y="2130177"/>
              <a:ext cx="726651" cy="596548"/>
            </a:xfrm>
            <a:prstGeom prst="rect">
              <a:avLst/>
            </a:prstGeom>
            <a:noFill/>
            <a:ln>
              <a:noFill/>
            </a:ln>
          </p:spPr>
        </p:pic>
        <p:sp>
          <p:nvSpPr>
            <p:cNvPr id="697" name="Google Shape;697;p20"/>
            <p:cNvSpPr/>
            <p:nvPr/>
          </p:nvSpPr>
          <p:spPr>
            <a:xfrm rot="1771310">
              <a:off x="1195775" y="-205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8" name="Google Shape;698;p20"/>
            <p:cNvPicPr preferRelativeResize="0"/>
            <p:nvPr/>
          </p:nvPicPr>
          <p:blipFill rotWithShape="1">
            <a:blip r:embed="rId2">
              <a:alphaModFix/>
            </a:blip>
            <a:srcRect b="12546" l="28959" r="12546" t="12546"/>
            <a:stretch/>
          </p:blipFill>
          <p:spPr>
            <a:xfrm rot="10800000">
              <a:off x="5215749" y="4417752"/>
              <a:ext cx="726651" cy="596548"/>
            </a:xfrm>
            <a:prstGeom prst="rect">
              <a:avLst/>
            </a:prstGeom>
            <a:noFill/>
            <a:ln>
              <a:noFill/>
            </a:ln>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699" name="Shape 699"/>
        <p:cNvGrpSpPr/>
        <p:nvPr/>
      </p:nvGrpSpPr>
      <p:grpSpPr>
        <a:xfrm>
          <a:off x="0" y="0"/>
          <a:ext cx="0" cy="0"/>
          <a:chOff x="0" y="0"/>
          <a:chExt cx="0" cy="0"/>
        </a:xfrm>
      </p:grpSpPr>
      <p:grpSp>
        <p:nvGrpSpPr>
          <p:cNvPr id="700" name="Google Shape;700;p21"/>
          <p:cNvGrpSpPr/>
          <p:nvPr/>
        </p:nvGrpSpPr>
        <p:grpSpPr>
          <a:xfrm>
            <a:off x="-6475" y="2927242"/>
            <a:ext cx="9250200" cy="2229968"/>
            <a:chOff x="-6475" y="2927242"/>
            <a:chExt cx="9250200" cy="2229968"/>
          </a:xfrm>
        </p:grpSpPr>
        <p:grpSp>
          <p:nvGrpSpPr>
            <p:cNvPr id="701" name="Google Shape;701;p21"/>
            <p:cNvGrpSpPr/>
            <p:nvPr/>
          </p:nvGrpSpPr>
          <p:grpSpPr>
            <a:xfrm flipH="1">
              <a:off x="5831182" y="2927242"/>
              <a:ext cx="3303413" cy="1672406"/>
              <a:chOff x="-6475" y="2302000"/>
              <a:chExt cx="3303413" cy="1865900"/>
            </a:xfrm>
          </p:grpSpPr>
          <p:sp>
            <p:nvSpPr>
              <p:cNvPr id="702" name="Google Shape;702;p21"/>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1"/>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1"/>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1"/>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1"/>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1"/>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1"/>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1"/>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0" name="Google Shape;710;p21"/>
            <p:cNvGrpSpPr/>
            <p:nvPr/>
          </p:nvGrpSpPr>
          <p:grpSpPr>
            <a:xfrm>
              <a:off x="-6475" y="2927242"/>
              <a:ext cx="3303413" cy="1672406"/>
              <a:chOff x="-6475" y="2302000"/>
              <a:chExt cx="3303413" cy="1865900"/>
            </a:xfrm>
          </p:grpSpPr>
          <p:sp>
            <p:nvSpPr>
              <p:cNvPr id="711" name="Google Shape;711;p21"/>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1"/>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1"/>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1"/>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1"/>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1"/>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1"/>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1"/>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9" name="Google Shape;719;p21"/>
            <p:cNvGrpSpPr/>
            <p:nvPr/>
          </p:nvGrpSpPr>
          <p:grpSpPr>
            <a:xfrm>
              <a:off x="-6475" y="4609669"/>
              <a:ext cx="9250200" cy="547540"/>
              <a:chOff x="-6475" y="4167900"/>
              <a:chExt cx="9250200" cy="988875"/>
            </a:xfrm>
          </p:grpSpPr>
          <p:cxnSp>
            <p:nvCxnSpPr>
              <p:cNvPr id="720" name="Google Shape;720;p21"/>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721" name="Google Shape;721;p21"/>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722" name="Google Shape;722;p21"/>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723" name="Google Shape;723;p21"/>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724" name="Google Shape;724;p21"/>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725" name="Google Shape;725;p21"/>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726" name="Google Shape;726;p21"/>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727" name="Google Shape;727;p21"/>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728" name="Google Shape;728;p21"/>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729" name="Google Shape;729;p21"/>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730" name="Google Shape;730;p21"/>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731" name="Google Shape;731;p21"/>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732" name="Google Shape;732;p2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33" name="Google Shape;733;p21"/>
          <p:cNvSpPr txBox="1"/>
          <p:nvPr>
            <p:ph idx="1" type="subTitle"/>
          </p:nvPr>
        </p:nvSpPr>
        <p:spPr>
          <a:xfrm>
            <a:off x="1379575" y="2035927"/>
            <a:ext cx="3121800" cy="834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34" name="Google Shape;734;p21"/>
          <p:cNvSpPr txBox="1"/>
          <p:nvPr>
            <p:ph idx="2" type="subTitle"/>
          </p:nvPr>
        </p:nvSpPr>
        <p:spPr>
          <a:xfrm>
            <a:off x="5270275" y="2035927"/>
            <a:ext cx="3121800" cy="834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35" name="Google Shape;735;p21"/>
          <p:cNvSpPr txBox="1"/>
          <p:nvPr>
            <p:ph idx="3" type="subTitle"/>
          </p:nvPr>
        </p:nvSpPr>
        <p:spPr>
          <a:xfrm>
            <a:off x="1379575" y="3626500"/>
            <a:ext cx="7012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36" name="Google Shape;736;p21"/>
          <p:cNvSpPr txBox="1"/>
          <p:nvPr>
            <p:ph idx="4" type="subTitle"/>
          </p:nvPr>
        </p:nvSpPr>
        <p:spPr>
          <a:xfrm>
            <a:off x="1379575" y="1576750"/>
            <a:ext cx="31218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737" name="Google Shape;737;p21"/>
          <p:cNvSpPr txBox="1"/>
          <p:nvPr>
            <p:ph idx="5" type="subTitle"/>
          </p:nvPr>
        </p:nvSpPr>
        <p:spPr>
          <a:xfrm>
            <a:off x="5270275" y="1576750"/>
            <a:ext cx="31218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738" name="Google Shape;738;p21"/>
          <p:cNvSpPr txBox="1"/>
          <p:nvPr>
            <p:ph idx="6" type="subTitle"/>
          </p:nvPr>
        </p:nvSpPr>
        <p:spPr>
          <a:xfrm>
            <a:off x="1379575" y="3166750"/>
            <a:ext cx="70125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grpSp>
        <p:nvGrpSpPr>
          <p:cNvPr id="739" name="Google Shape;739;p21"/>
          <p:cNvGrpSpPr/>
          <p:nvPr/>
        </p:nvGrpSpPr>
        <p:grpSpPr>
          <a:xfrm flipH="1">
            <a:off x="7707480" y="-84053"/>
            <a:ext cx="1285295" cy="4926470"/>
            <a:chOff x="323871" y="-84053"/>
            <a:chExt cx="1285295" cy="4926470"/>
          </a:xfrm>
        </p:grpSpPr>
        <p:sp>
          <p:nvSpPr>
            <p:cNvPr id="740" name="Google Shape;740;p21"/>
            <p:cNvSpPr/>
            <p:nvPr/>
          </p:nvSpPr>
          <p:spPr>
            <a:xfrm rot="1771310">
              <a:off x="387325" y="44290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1"/>
            <p:cNvSpPr/>
            <p:nvPr/>
          </p:nvSpPr>
          <p:spPr>
            <a:xfrm rot="1771310">
              <a:off x="1195775" y="-205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42" name="Shape 742"/>
        <p:cNvGrpSpPr/>
        <p:nvPr/>
      </p:nvGrpSpPr>
      <p:grpSpPr>
        <a:xfrm>
          <a:off x="0" y="0"/>
          <a:ext cx="0" cy="0"/>
          <a:chOff x="0" y="0"/>
          <a:chExt cx="0" cy="0"/>
        </a:xfrm>
      </p:grpSpPr>
      <p:grpSp>
        <p:nvGrpSpPr>
          <p:cNvPr id="743" name="Google Shape;743;p22"/>
          <p:cNvGrpSpPr/>
          <p:nvPr/>
        </p:nvGrpSpPr>
        <p:grpSpPr>
          <a:xfrm>
            <a:off x="-6475" y="2927242"/>
            <a:ext cx="9250200" cy="2229968"/>
            <a:chOff x="-6475" y="2927242"/>
            <a:chExt cx="9250200" cy="2229968"/>
          </a:xfrm>
        </p:grpSpPr>
        <p:grpSp>
          <p:nvGrpSpPr>
            <p:cNvPr id="744" name="Google Shape;744;p22"/>
            <p:cNvGrpSpPr/>
            <p:nvPr/>
          </p:nvGrpSpPr>
          <p:grpSpPr>
            <a:xfrm flipH="1">
              <a:off x="5831182" y="2927242"/>
              <a:ext cx="3303413" cy="1672406"/>
              <a:chOff x="-6475" y="2302000"/>
              <a:chExt cx="3303413" cy="1865900"/>
            </a:xfrm>
          </p:grpSpPr>
          <p:sp>
            <p:nvSpPr>
              <p:cNvPr id="745" name="Google Shape;745;p22"/>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2"/>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2"/>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2"/>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2"/>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2"/>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2"/>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2"/>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3" name="Google Shape;753;p22"/>
            <p:cNvGrpSpPr/>
            <p:nvPr/>
          </p:nvGrpSpPr>
          <p:grpSpPr>
            <a:xfrm>
              <a:off x="-6475" y="2927242"/>
              <a:ext cx="3303413" cy="1672406"/>
              <a:chOff x="-6475" y="2302000"/>
              <a:chExt cx="3303413" cy="1865900"/>
            </a:xfrm>
          </p:grpSpPr>
          <p:sp>
            <p:nvSpPr>
              <p:cNvPr id="754" name="Google Shape;754;p22"/>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2"/>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2"/>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2"/>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2"/>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2"/>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2"/>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2"/>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2" name="Google Shape;762;p22"/>
            <p:cNvGrpSpPr/>
            <p:nvPr/>
          </p:nvGrpSpPr>
          <p:grpSpPr>
            <a:xfrm>
              <a:off x="-6475" y="4609669"/>
              <a:ext cx="9250200" cy="547540"/>
              <a:chOff x="-6475" y="4167900"/>
              <a:chExt cx="9250200" cy="988875"/>
            </a:xfrm>
          </p:grpSpPr>
          <p:cxnSp>
            <p:nvCxnSpPr>
              <p:cNvPr id="763" name="Google Shape;763;p22"/>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764" name="Google Shape;764;p22"/>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765" name="Google Shape;765;p22"/>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766" name="Google Shape;766;p22"/>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767" name="Google Shape;767;p22"/>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768" name="Google Shape;768;p22"/>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769" name="Google Shape;769;p22"/>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770" name="Google Shape;770;p22"/>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771" name="Google Shape;771;p22"/>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772" name="Google Shape;772;p22"/>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773" name="Google Shape;773;p22"/>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774" name="Google Shape;774;p22"/>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775" name="Google Shape;775;p2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76" name="Google Shape;776;p22"/>
          <p:cNvSpPr txBox="1"/>
          <p:nvPr>
            <p:ph idx="1" type="subTitle"/>
          </p:nvPr>
        </p:nvSpPr>
        <p:spPr>
          <a:xfrm>
            <a:off x="1503754" y="2015637"/>
            <a:ext cx="2526300" cy="66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77" name="Google Shape;777;p22"/>
          <p:cNvSpPr txBox="1"/>
          <p:nvPr>
            <p:ph idx="2" type="subTitle"/>
          </p:nvPr>
        </p:nvSpPr>
        <p:spPr>
          <a:xfrm>
            <a:off x="4856961" y="2015637"/>
            <a:ext cx="2526300" cy="66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78" name="Google Shape;778;p22"/>
          <p:cNvSpPr txBox="1"/>
          <p:nvPr>
            <p:ph idx="3" type="subTitle"/>
          </p:nvPr>
        </p:nvSpPr>
        <p:spPr>
          <a:xfrm>
            <a:off x="1503754" y="3449041"/>
            <a:ext cx="2526300" cy="66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79" name="Google Shape;779;p22"/>
          <p:cNvSpPr txBox="1"/>
          <p:nvPr>
            <p:ph idx="4" type="subTitle"/>
          </p:nvPr>
        </p:nvSpPr>
        <p:spPr>
          <a:xfrm>
            <a:off x="4856961" y="3449041"/>
            <a:ext cx="2526300" cy="66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80" name="Google Shape;780;p22"/>
          <p:cNvSpPr txBox="1"/>
          <p:nvPr>
            <p:ph idx="5" type="subTitle"/>
          </p:nvPr>
        </p:nvSpPr>
        <p:spPr>
          <a:xfrm>
            <a:off x="1503754" y="1574250"/>
            <a:ext cx="25263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781" name="Google Shape;781;p22"/>
          <p:cNvSpPr txBox="1"/>
          <p:nvPr>
            <p:ph idx="6" type="subTitle"/>
          </p:nvPr>
        </p:nvSpPr>
        <p:spPr>
          <a:xfrm>
            <a:off x="4856957" y="1574250"/>
            <a:ext cx="25263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782" name="Google Shape;782;p22"/>
          <p:cNvSpPr txBox="1"/>
          <p:nvPr>
            <p:ph idx="7" type="subTitle"/>
          </p:nvPr>
        </p:nvSpPr>
        <p:spPr>
          <a:xfrm>
            <a:off x="1503754" y="3007652"/>
            <a:ext cx="25263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783" name="Google Shape;783;p22"/>
          <p:cNvSpPr txBox="1"/>
          <p:nvPr>
            <p:ph idx="8" type="subTitle"/>
          </p:nvPr>
        </p:nvSpPr>
        <p:spPr>
          <a:xfrm>
            <a:off x="4856958" y="3007652"/>
            <a:ext cx="25263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grpSp>
        <p:nvGrpSpPr>
          <p:cNvPr id="784" name="Google Shape;784;p22"/>
          <p:cNvGrpSpPr/>
          <p:nvPr/>
        </p:nvGrpSpPr>
        <p:grpSpPr>
          <a:xfrm>
            <a:off x="36974" y="-206003"/>
            <a:ext cx="9048876" cy="5123895"/>
            <a:chOff x="36974" y="-206003"/>
            <a:chExt cx="9048876" cy="5123895"/>
          </a:xfrm>
        </p:grpSpPr>
        <p:sp>
          <p:nvSpPr>
            <p:cNvPr id="785" name="Google Shape;785;p22"/>
            <p:cNvSpPr/>
            <p:nvPr/>
          </p:nvSpPr>
          <p:spPr>
            <a:xfrm rot="1771310">
              <a:off x="2305350" y="45045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86" name="Google Shape;786;p22"/>
            <p:cNvPicPr preferRelativeResize="0"/>
            <p:nvPr/>
          </p:nvPicPr>
          <p:blipFill rotWithShape="1">
            <a:blip r:embed="rId2">
              <a:alphaModFix/>
            </a:blip>
            <a:srcRect b="12546" l="28959" r="12546" t="12546"/>
            <a:stretch/>
          </p:blipFill>
          <p:spPr>
            <a:xfrm rot="10800000">
              <a:off x="8359199" y="2951852"/>
              <a:ext cx="726651" cy="596548"/>
            </a:xfrm>
            <a:prstGeom prst="rect">
              <a:avLst/>
            </a:prstGeom>
            <a:noFill/>
            <a:ln>
              <a:noFill/>
            </a:ln>
          </p:spPr>
        </p:pic>
        <p:pic>
          <p:nvPicPr>
            <p:cNvPr id="787" name="Google Shape;787;p22"/>
            <p:cNvPicPr preferRelativeResize="0"/>
            <p:nvPr/>
          </p:nvPicPr>
          <p:blipFill rotWithShape="1">
            <a:blip r:embed="rId2">
              <a:alphaModFix/>
            </a:blip>
            <a:srcRect b="12546" l="28959" r="12546" t="12546"/>
            <a:stretch/>
          </p:blipFill>
          <p:spPr>
            <a:xfrm rot="10800000">
              <a:off x="36974" y="1342052"/>
              <a:ext cx="726651" cy="596548"/>
            </a:xfrm>
            <a:prstGeom prst="rect">
              <a:avLst/>
            </a:prstGeom>
            <a:noFill/>
            <a:ln>
              <a:noFill/>
            </a:ln>
          </p:spPr>
        </p:pic>
        <p:sp>
          <p:nvSpPr>
            <p:cNvPr id="788" name="Google Shape;788;p22"/>
            <p:cNvSpPr/>
            <p:nvPr/>
          </p:nvSpPr>
          <p:spPr>
            <a:xfrm rot="1771310">
              <a:off x="2562150" y="-14248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789" name="Shape 789"/>
        <p:cNvGrpSpPr/>
        <p:nvPr/>
      </p:nvGrpSpPr>
      <p:grpSpPr>
        <a:xfrm>
          <a:off x="0" y="0"/>
          <a:ext cx="0" cy="0"/>
          <a:chOff x="0" y="0"/>
          <a:chExt cx="0" cy="0"/>
        </a:xfrm>
      </p:grpSpPr>
      <p:grpSp>
        <p:nvGrpSpPr>
          <p:cNvPr id="790" name="Google Shape;790;p23"/>
          <p:cNvGrpSpPr/>
          <p:nvPr/>
        </p:nvGrpSpPr>
        <p:grpSpPr>
          <a:xfrm>
            <a:off x="-6475" y="2927242"/>
            <a:ext cx="9250200" cy="2229968"/>
            <a:chOff x="-6475" y="2927242"/>
            <a:chExt cx="9250200" cy="2229968"/>
          </a:xfrm>
        </p:grpSpPr>
        <p:grpSp>
          <p:nvGrpSpPr>
            <p:cNvPr id="791" name="Google Shape;791;p23"/>
            <p:cNvGrpSpPr/>
            <p:nvPr/>
          </p:nvGrpSpPr>
          <p:grpSpPr>
            <a:xfrm flipH="1">
              <a:off x="5831182" y="2927242"/>
              <a:ext cx="3303413" cy="1672406"/>
              <a:chOff x="-6475" y="2302000"/>
              <a:chExt cx="3303413" cy="1865900"/>
            </a:xfrm>
          </p:grpSpPr>
          <p:sp>
            <p:nvSpPr>
              <p:cNvPr id="792" name="Google Shape;792;p23"/>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3"/>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3"/>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3"/>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3"/>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3"/>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3"/>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3"/>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0" name="Google Shape;800;p23"/>
            <p:cNvGrpSpPr/>
            <p:nvPr/>
          </p:nvGrpSpPr>
          <p:grpSpPr>
            <a:xfrm>
              <a:off x="-6475" y="2927242"/>
              <a:ext cx="3303413" cy="1672406"/>
              <a:chOff x="-6475" y="2302000"/>
              <a:chExt cx="3303413" cy="1865900"/>
            </a:xfrm>
          </p:grpSpPr>
          <p:sp>
            <p:nvSpPr>
              <p:cNvPr id="801" name="Google Shape;801;p23"/>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3"/>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3"/>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3"/>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3"/>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3"/>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3"/>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3"/>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9" name="Google Shape;809;p23"/>
            <p:cNvGrpSpPr/>
            <p:nvPr/>
          </p:nvGrpSpPr>
          <p:grpSpPr>
            <a:xfrm>
              <a:off x="-6475" y="4609669"/>
              <a:ext cx="9250200" cy="547540"/>
              <a:chOff x="-6475" y="4167900"/>
              <a:chExt cx="9250200" cy="988875"/>
            </a:xfrm>
          </p:grpSpPr>
          <p:cxnSp>
            <p:nvCxnSpPr>
              <p:cNvPr id="810" name="Google Shape;810;p23"/>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811" name="Google Shape;811;p23"/>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812" name="Google Shape;812;p23"/>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813" name="Google Shape;813;p23"/>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814" name="Google Shape;814;p23"/>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815" name="Google Shape;815;p23"/>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816" name="Google Shape;816;p23"/>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817" name="Google Shape;817;p23"/>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818" name="Google Shape;818;p23"/>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819" name="Google Shape;819;p23"/>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820" name="Google Shape;820;p23"/>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821" name="Google Shape;821;p23"/>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822" name="Google Shape;822;p2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23" name="Google Shape;823;p23"/>
          <p:cNvSpPr txBox="1"/>
          <p:nvPr>
            <p:ph idx="1" type="subTitle"/>
          </p:nvPr>
        </p:nvSpPr>
        <p:spPr>
          <a:xfrm>
            <a:off x="1382815" y="1802996"/>
            <a:ext cx="29433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4" name="Google Shape;824;p23"/>
          <p:cNvSpPr txBox="1"/>
          <p:nvPr>
            <p:ph idx="2" type="subTitle"/>
          </p:nvPr>
        </p:nvSpPr>
        <p:spPr>
          <a:xfrm>
            <a:off x="5269532" y="1802996"/>
            <a:ext cx="31644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5" name="Google Shape;825;p23"/>
          <p:cNvSpPr txBox="1"/>
          <p:nvPr>
            <p:ph idx="3" type="subTitle"/>
          </p:nvPr>
        </p:nvSpPr>
        <p:spPr>
          <a:xfrm>
            <a:off x="1382815" y="3992215"/>
            <a:ext cx="29433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6" name="Google Shape;826;p23"/>
          <p:cNvSpPr txBox="1"/>
          <p:nvPr>
            <p:ph idx="4" type="subTitle"/>
          </p:nvPr>
        </p:nvSpPr>
        <p:spPr>
          <a:xfrm>
            <a:off x="5269532" y="2917969"/>
            <a:ext cx="31644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7" name="Google Shape;827;p23"/>
          <p:cNvSpPr txBox="1"/>
          <p:nvPr>
            <p:ph idx="5" type="subTitle"/>
          </p:nvPr>
        </p:nvSpPr>
        <p:spPr>
          <a:xfrm>
            <a:off x="1382815" y="2917969"/>
            <a:ext cx="29433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8" name="Google Shape;828;p23"/>
          <p:cNvSpPr txBox="1"/>
          <p:nvPr>
            <p:ph idx="6" type="subTitle"/>
          </p:nvPr>
        </p:nvSpPr>
        <p:spPr>
          <a:xfrm>
            <a:off x="5269532" y="3992215"/>
            <a:ext cx="31644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9" name="Google Shape;829;p23"/>
          <p:cNvSpPr txBox="1"/>
          <p:nvPr>
            <p:ph idx="7" type="subTitle"/>
          </p:nvPr>
        </p:nvSpPr>
        <p:spPr>
          <a:xfrm>
            <a:off x="1382815" y="1451076"/>
            <a:ext cx="29433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830" name="Google Shape;830;p23"/>
          <p:cNvSpPr txBox="1"/>
          <p:nvPr>
            <p:ph idx="8" type="subTitle"/>
          </p:nvPr>
        </p:nvSpPr>
        <p:spPr>
          <a:xfrm>
            <a:off x="5269532" y="1451076"/>
            <a:ext cx="31644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831" name="Google Shape;831;p23"/>
          <p:cNvSpPr txBox="1"/>
          <p:nvPr>
            <p:ph idx="9" type="subTitle"/>
          </p:nvPr>
        </p:nvSpPr>
        <p:spPr>
          <a:xfrm>
            <a:off x="1382815" y="3636763"/>
            <a:ext cx="29433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832" name="Google Shape;832;p23"/>
          <p:cNvSpPr txBox="1"/>
          <p:nvPr>
            <p:ph idx="13" type="subTitle"/>
          </p:nvPr>
        </p:nvSpPr>
        <p:spPr>
          <a:xfrm>
            <a:off x="5269532" y="2566051"/>
            <a:ext cx="31644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833" name="Google Shape;833;p23"/>
          <p:cNvSpPr txBox="1"/>
          <p:nvPr>
            <p:ph idx="14" type="subTitle"/>
          </p:nvPr>
        </p:nvSpPr>
        <p:spPr>
          <a:xfrm>
            <a:off x="1382815" y="2566051"/>
            <a:ext cx="29433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834" name="Google Shape;834;p23"/>
          <p:cNvSpPr txBox="1"/>
          <p:nvPr>
            <p:ph idx="15" type="subTitle"/>
          </p:nvPr>
        </p:nvSpPr>
        <p:spPr>
          <a:xfrm>
            <a:off x="5269532" y="3636763"/>
            <a:ext cx="31644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rtl="0"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grpSp>
        <p:nvGrpSpPr>
          <p:cNvPr id="835" name="Google Shape;835;p23"/>
          <p:cNvGrpSpPr/>
          <p:nvPr/>
        </p:nvGrpSpPr>
        <p:grpSpPr>
          <a:xfrm>
            <a:off x="-55654" y="-93253"/>
            <a:ext cx="7811720" cy="5209445"/>
            <a:chOff x="-55654" y="-93253"/>
            <a:chExt cx="7811720" cy="5209445"/>
          </a:xfrm>
        </p:grpSpPr>
        <p:sp>
          <p:nvSpPr>
            <p:cNvPr id="836" name="Google Shape;836;p23"/>
            <p:cNvSpPr/>
            <p:nvPr/>
          </p:nvSpPr>
          <p:spPr>
            <a:xfrm rot="1771310">
              <a:off x="3771075" y="-297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3"/>
            <p:cNvSpPr/>
            <p:nvPr/>
          </p:nvSpPr>
          <p:spPr>
            <a:xfrm rot="1771310">
              <a:off x="7342675" y="47028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3"/>
            <p:cNvSpPr/>
            <p:nvPr/>
          </p:nvSpPr>
          <p:spPr>
            <a:xfrm rot="1771310">
              <a:off x="7800" y="14546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9" name="Google Shape;839;p23"/>
            <p:cNvPicPr preferRelativeResize="0"/>
            <p:nvPr/>
          </p:nvPicPr>
          <p:blipFill rotWithShape="1">
            <a:blip r:embed="rId2">
              <a:alphaModFix/>
            </a:blip>
            <a:srcRect b="12546" l="28959" r="12546" t="12546"/>
            <a:stretch/>
          </p:blipFill>
          <p:spPr>
            <a:xfrm rot="10800000">
              <a:off x="2332674" y="4504702"/>
              <a:ext cx="726651" cy="596548"/>
            </a:xfrm>
            <a:prstGeom prst="rect">
              <a:avLst/>
            </a:prstGeom>
            <a:noFill/>
            <a:ln>
              <a:noFill/>
            </a:ln>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840" name="Shape 840"/>
        <p:cNvGrpSpPr/>
        <p:nvPr/>
      </p:nvGrpSpPr>
      <p:grpSpPr>
        <a:xfrm>
          <a:off x="0" y="0"/>
          <a:ext cx="0" cy="0"/>
          <a:chOff x="0" y="0"/>
          <a:chExt cx="0" cy="0"/>
        </a:xfrm>
      </p:grpSpPr>
      <p:grpSp>
        <p:nvGrpSpPr>
          <p:cNvPr id="841" name="Google Shape;841;p24"/>
          <p:cNvGrpSpPr/>
          <p:nvPr/>
        </p:nvGrpSpPr>
        <p:grpSpPr>
          <a:xfrm>
            <a:off x="-6475" y="2927242"/>
            <a:ext cx="9250200" cy="2229968"/>
            <a:chOff x="-6475" y="2927242"/>
            <a:chExt cx="9250200" cy="2229968"/>
          </a:xfrm>
        </p:grpSpPr>
        <p:grpSp>
          <p:nvGrpSpPr>
            <p:cNvPr id="842" name="Google Shape;842;p24"/>
            <p:cNvGrpSpPr/>
            <p:nvPr/>
          </p:nvGrpSpPr>
          <p:grpSpPr>
            <a:xfrm flipH="1">
              <a:off x="5831182" y="2927242"/>
              <a:ext cx="3303413" cy="1672406"/>
              <a:chOff x="-6475" y="2302000"/>
              <a:chExt cx="3303413" cy="1865900"/>
            </a:xfrm>
          </p:grpSpPr>
          <p:sp>
            <p:nvSpPr>
              <p:cNvPr id="843" name="Google Shape;843;p24"/>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4"/>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4"/>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4"/>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4"/>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4"/>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4"/>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4"/>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1" name="Google Shape;851;p24"/>
            <p:cNvGrpSpPr/>
            <p:nvPr/>
          </p:nvGrpSpPr>
          <p:grpSpPr>
            <a:xfrm>
              <a:off x="-6475" y="2927242"/>
              <a:ext cx="3303413" cy="1672406"/>
              <a:chOff x="-6475" y="2302000"/>
              <a:chExt cx="3303413" cy="1865900"/>
            </a:xfrm>
          </p:grpSpPr>
          <p:sp>
            <p:nvSpPr>
              <p:cNvPr id="852" name="Google Shape;852;p24"/>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4"/>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4"/>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4"/>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4"/>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4"/>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4"/>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4"/>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0" name="Google Shape;860;p24"/>
            <p:cNvGrpSpPr/>
            <p:nvPr/>
          </p:nvGrpSpPr>
          <p:grpSpPr>
            <a:xfrm>
              <a:off x="-6475" y="4609669"/>
              <a:ext cx="9250200" cy="547540"/>
              <a:chOff x="-6475" y="4167900"/>
              <a:chExt cx="9250200" cy="988875"/>
            </a:xfrm>
          </p:grpSpPr>
          <p:cxnSp>
            <p:nvCxnSpPr>
              <p:cNvPr id="861" name="Google Shape;861;p24"/>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862" name="Google Shape;862;p24"/>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863" name="Google Shape;863;p24"/>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864" name="Google Shape;864;p24"/>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865" name="Google Shape;865;p24"/>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866" name="Google Shape;866;p24"/>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867" name="Google Shape;867;p24"/>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868" name="Google Shape;868;p24"/>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869" name="Google Shape;869;p24"/>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870" name="Google Shape;870;p24"/>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871" name="Google Shape;871;p24"/>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872" name="Google Shape;872;p24"/>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873" name="Google Shape;873;p24"/>
          <p:cNvSpPr txBox="1"/>
          <p:nvPr>
            <p:ph hasCustomPrompt="1" type="title"/>
          </p:nvPr>
        </p:nvSpPr>
        <p:spPr>
          <a:xfrm>
            <a:off x="993600" y="596850"/>
            <a:ext cx="3575400" cy="6543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74" name="Google Shape;874;p24"/>
          <p:cNvSpPr txBox="1"/>
          <p:nvPr>
            <p:ph idx="1" type="subTitle"/>
          </p:nvPr>
        </p:nvSpPr>
        <p:spPr>
          <a:xfrm>
            <a:off x="993600" y="1311313"/>
            <a:ext cx="3575400" cy="41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PT Sans"/>
              <a:buNone/>
              <a:defRPr sz="1600">
                <a:solidFill>
                  <a:schemeClr val="lt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875" name="Google Shape;875;p24"/>
          <p:cNvSpPr txBox="1"/>
          <p:nvPr>
            <p:ph hasCustomPrompt="1" idx="2" type="title"/>
          </p:nvPr>
        </p:nvSpPr>
        <p:spPr>
          <a:xfrm>
            <a:off x="4575000" y="1880896"/>
            <a:ext cx="3575400" cy="6543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76" name="Google Shape;876;p24"/>
          <p:cNvSpPr txBox="1"/>
          <p:nvPr>
            <p:ph idx="3" type="subTitle"/>
          </p:nvPr>
        </p:nvSpPr>
        <p:spPr>
          <a:xfrm>
            <a:off x="4575000" y="2612332"/>
            <a:ext cx="3575400" cy="418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dk1"/>
              </a:buClr>
              <a:buSzPts val="2400"/>
              <a:buFont typeface="PT Sans"/>
              <a:buNone/>
              <a:defRPr sz="1600">
                <a:solidFill>
                  <a:schemeClr val="lt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877" name="Google Shape;877;p24"/>
          <p:cNvSpPr txBox="1"/>
          <p:nvPr>
            <p:ph hasCustomPrompt="1" idx="4" type="title"/>
          </p:nvPr>
        </p:nvSpPr>
        <p:spPr>
          <a:xfrm>
            <a:off x="993600" y="3192254"/>
            <a:ext cx="3575400" cy="6543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78" name="Google Shape;878;p24"/>
          <p:cNvSpPr txBox="1"/>
          <p:nvPr>
            <p:ph idx="5" type="subTitle"/>
          </p:nvPr>
        </p:nvSpPr>
        <p:spPr>
          <a:xfrm>
            <a:off x="993600" y="3932151"/>
            <a:ext cx="3575400" cy="41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PT Sans"/>
              <a:buNone/>
              <a:defRPr sz="1600">
                <a:solidFill>
                  <a:schemeClr val="lt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879" name="Google Shape;879;p24"/>
          <p:cNvGrpSpPr/>
          <p:nvPr/>
        </p:nvGrpSpPr>
        <p:grpSpPr>
          <a:xfrm>
            <a:off x="282821" y="-92553"/>
            <a:ext cx="8823070" cy="2598870"/>
            <a:chOff x="282821" y="-92553"/>
            <a:chExt cx="8823070" cy="2598870"/>
          </a:xfrm>
        </p:grpSpPr>
        <p:sp>
          <p:nvSpPr>
            <p:cNvPr id="880" name="Google Shape;880;p24"/>
            <p:cNvSpPr/>
            <p:nvPr/>
          </p:nvSpPr>
          <p:spPr>
            <a:xfrm rot="1771310">
              <a:off x="346275" y="2528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4"/>
            <p:cNvSpPr/>
            <p:nvPr/>
          </p:nvSpPr>
          <p:spPr>
            <a:xfrm rot="1771310">
              <a:off x="8692500" y="20929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4"/>
            <p:cNvSpPr/>
            <p:nvPr/>
          </p:nvSpPr>
          <p:spPr>
            <a:xfrm rot="1771310">
              <a:off x="5042025" y="-290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883" name="Shape 883"/>
        <p:cNvGrpSpPr/>
        <p:nvPr/>
      </p:nvGrpSpPr>
      <p:grpSpPr>
        <a:xfrm>
          <a:off x="0" y="0"/>
          <a:ext cx="0" cy="0"/>
          <a:chOff x="0" y="0"/>
          <a:chExt cx="0" cy="0"/>
        </a:xfrm>
      </p:grpSpPr>
      <p:grpSp>
        <p:nvGrpSpPr>
          <p:cNvPr id="884" name="Google Shape;884;p25"/>
          <p:cNvGrpSpPr/>
          <p:nvPr/>
        </p:nvGrpSpPr>
        <p:grpSpPr>
          <a:xfrm>
            <a:off x="-6475" y="2927242"/>
            <a:ext cx="9250200" cy="2229968"/>
            <a:chOff x="-6475" y="2927242"/>
            <a:chExt cx="9250200" cy="2229968"/>
          </a:xfrm>
        </p:grpSpPr>
        <p:grpSp>
          <p:nvGrpSpPr>
            <p:cNvPr id="885" name="Google Shape;885;p25"/>
            <p:cNvGrpSpPr/>
            <p:nvPr/>
          </p:nvGrpSpPr>
          <p:grpSpPr>
            <a:xfrm flipH="1">
              <a:off x="5831182" y="2927242"/>
              <a:ext cx="3303413" cy="1672406"/>
              <a:chOff x="-6475" y="2302000"/>
              <a:chExt cx="3303413" cy="1865900"/>
            </a:xfrm>
          </p:grpSpPr>
          <p:sp>
            <p:nvSpPr>
              <p:cNvPr id="886" name="Google Shape;886;p25"/>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5"/>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5"/>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5"/>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5"/>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5"/>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5"/>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5"/>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4" name="Google Shape;894;p25"/>
            <p:cNvGrpSpPr/>
            <p:nvPr/>
          </p:nvGrpSpPr>
          <p:grpSpPr>
            <a:xfrm>
              <a:off x="-6475" y="2927242"/>
              <a:ext cx="3303413" cy="1672406"/>
              <a:chOff x="-6475" y="2302000"/>
              <a:chExt cx="3303413" cy="1865900"/>
            </a:xfrm>
          </p:grpSpPr>
          <p:sp>
            <p:nvSpPr>
              <p:cNvPr id="895" name="Google Shape;895;p25"/>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5"/>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5"/>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5"/>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5"/>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5"/>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5"/>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5"/>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3" name="Google Shape;903;p25"/>
            <p:cNvGrpSpPr/>
            <p:nvPr/>
          </p:nvGrpSpPr>
          <p:grpSpPr>
            <a:xfrm>
              <a:off x="-6475" y="4609669"/>
              <a:ext cx="9250200" cy="547540"/>
              <a:chOff x="-6475" y="4167900"/>
              <a:chExt cx="9250200" cy="988875"/>
            </a:xfrm>
          </p:grpSpPr>
          <p:cxnSp>
            <p:nvCxnSpPr>
              <p:cNvPr id="904" name="Google Shape;904;p25"/>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905" name="Google Shape;905;p25"/>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906" name="Google Shape;906;p25"/>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907" name="Google Shape;907;p25"/>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908" name="Google Shape;908;p25"/>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909" name="Google Shape;909;p25"/>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910" name="Google Shape;910;p25"/>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911" name="Google Shape;911;p25"/>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912" name="Google Shape;912;p25"/>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913" name="Google Shape;913;p25"/>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914" name="Google Shape;914;p25"/>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915" name="Google Shape;915;p25"/>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916" name="Google Shape;916;p25"/>
          <p:cNvSpPr txBox="1"/>
          <p:nvPr>
            <p:ph hasCustomPrompt="1" type="title"/>
          </p:nvPr>
        </p:nvSpPr>
        <p:spPr>
          <a:xfrm>
            <a:off x="1474900" y="1809700"/>
            <a:ext cx="11004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700">
                <a:solidFill>
                  <a:schemeClr val="lt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17" name="Google Shape;917;p25"/>
          <p:cNvSpPr txBox="1"/>
          <p:nvPr>
            <p:ph idx="1" type="subTitle"/>
          </p:nvPr>
        </p:nvSpPr>
        <p:spPr>
          <a:xfrm>
            <a:off x="938500" y="3171975"/>
            <a:ext cx="2173200" cy="75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918" name="Google Shape;918;p25"/>
          <p:cNvSpPr txBox="1"/>
          <p:nvPr>
            <p:ph idx="2" type="subTitle"/>
          </p:nvPr>
        </p:nvSpPr>
        <p:spPr>
          <a:xfrm>
            <a:off x="938500" y="2816100"/>
            <a:ext cx="2173200" cy="44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Secular One"/>
              <a:buNone/>
              <a:defRPr sz="2700">
                <a:solidFill>
                  <a:schemeClr val="dk1"/>
                </a:solidFill>
                <a:latin typeface="Secular One"/>
                <a:ea typeface="Secular One"/>
                <a:cs typeface="Secular One"/>
                <a:sym typeface="Secular One"/>
              </a:defRPr>
            </a:lvl1pPr>
            <a:lvl2pPr lvl="1"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2pPr>
            <a:lvl3pPr lvl="2"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3pPr>
            <a:lvl4pPr lvl="3"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4pPr>
            <a:lvl5pPr lvl="4"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5pPr>
            <a:lvl6pPr lvl="5"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6pPr>
            <a:lvl7pPr lvl="6"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7pPr>
            <a:lvl8pPr lvl="7"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8pPr>
            <a:lvl9pPr lvl="8"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9pPr>
          </a:lstStyle>
          <a:p/>
        </p:txBody>
      </p:sp>
      <p:sp>
        <p:nvSpPr>
          <p:cNvPr id="919" name="Google Shape;919;p25"/>
          <p:cNvSpPr txBox="1"/>
          <p:nvPr>
            <p:ph hasCustomPrompt="1" idx="3" type="title"/>
          </p:nvPr>
        </p:nvSpPr>
        <p:spPr>
          <a:xfrm>
            <a:off x="6420050" y="1809700"/>
            <a:ext cx="13977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700">
                <a:solidFill>
                  <a:schemeClr val="lt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20" name="Google Shape;920;p25"/>
          <p:cNvSpPr txBox="1"/>
          <p:nvPr>
            <p:ph idx="4" type="subTitle"/>
          </p:nvPr>
        </p:nvSpPr>
        <p:spPr>
          <a:xfrm>
            <a:off x="3485400" y="3610805"/>
            <a:ext cx="2173200" cy="75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921" name="Google Shape;921;p25"/>
          <p:cNvSpPr txBox="1"/>
          <p:nvPr>
            <p:ph idx="5" type="subTitle"/>
          </p:nvPr>
        </p:nvSpPr>
        <p:spPr>
          <a:xfrm>
            <a:off x="3485400" y="3254930"/>
            <a:ext cx="2173200" cy="44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Secular One"/>
              <a:buNone/>
              <a:defRPr sz="2700">
                <a:solidFill>
                  <a:schemeClr val="dk1"/>
                </a:solidFill>
                <a:latin typeface="Secular One"/>
                <a:ea typeface="Secular One"/>
                <a:cs typeface="Secular One"/>
                <a:sym typeface="Secular One"/>
              </a:defRPr>
            </a:lvl1pPr>
            <a:lvl2pPr lvl="1"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2pPr>
            <a:lvl3pPr lvl="2"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3pPr>
            <a:lvl4pPr lvl="3"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4pPr>
            <a:lvl5pPr lvl="4"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5pPr>
            <a:lvl6pPr lvl="5"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6pPr>
            <a:lvl7pPr lvl="6"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7pPr>
            <a:lvl8pPr lvl="7"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8pPr>
            <a:lvl9pPr lvl="8"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9pPr>
          </a:lstStyle>
          <a:p/>
        </p:txBody>
      </p:sp>
      <p:sp>
        <p:nvSpPr>
          <p:cNvPr id="922" name="Google Shape;922;p25"/>
          <p:cNvSpPr txBox="1"/>
          <p:nvPr>
            <p:ph hasCustomPrompt="1" idx="6" type="title"/>
          </p:nvPr>
        </p:nvSpPr>
        <p:spPr>
          <a:xfrm>
            <a:off x="3873150" y="2096130"/>
            <a:ext cx="13977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700">
                <a:solidFill>
                  <a:schemeClr val="lt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23" name="Google Shape;923;p25"/>
          <p:cNvSpPr txBox="1"/>
          <p:nvPr>
            <p:ph idx="7" type="subTitle"/>
          </p:nvPr>
        </p:nvSpPr>
        <p:spPr>
          <a:xfrm>
            <a:off x="6032300" y="3171975"/>
            <a:ext cx="2173200" cy="75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924" name="Google Shape;924;p25"/>
          <p:cNvSpPr txBox="1"/>
          <p:nvPr>
            <p:ph idx="8" type="subTitle"/>
          </p:nvPr>
        </p:nvSpPr>
        <p:spPr>
          <a:xfrm>
            <a:off x="6032300" y="2816100"/>
            <a:ext cx="2173200" cy="44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Secular One"/>
              <a:buNone/>
              <a:defRPr sz="2700">
                <a:solidFill>
                  <a:schemeClr val="dk1"/>
                </a:solidFill>
                <a:latin typeface="Secular One"/>
                <a:ea typeface="Secular One"/>
                <a:cs typeface="Secular One"/>
                <a:sym typeface="Secular One"/>
              </a:defRPr>
            </a:lvl1pPr>
            <a:lvl2pPr lvl="1"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2pPr>
            <a:lvl3pPr lvl="2"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3pPr>
            <a:lvl4pPr lvl="3"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4pPr>
            <a:lvl5pPr lvl="4"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5pPr>
            <a:lvl6pPr lvl="5"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6pPr>
            <a:lvl7pPr lvl="6"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7pPr>
            <a:lvl8pPr lvl="7"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8pPr>
            <a:lvl9pPr lvl="8" rtl="0"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9pPr>
          </a:lstStyle>
          <a:p/>
        </p:txBody>
      </p:sp>
      <p:sp>
        <p:nvSpPr>
          <p:cNvPr id="925" name="Google Shape;925;p25"/>
          <p:cNvSpPr txBox="1"/>
          <p:nvPr>
            <p:ph idx="9"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926" name="Google Shape;926;p25"/>
          <p:cNvGrpSpPr/>
          <p:nvPr/>
        </p:nvGrpSpPr>
        <p:grpSpPr>
          <a:xfrm>
            <a:off x="55999" y="-196653"/>
            <a:ext cx="9087992" cy="5218328"/>
            <a:chOff x="55999" y="-196653"/>
            <a:chExt cx="9087992" cy="5218328"/>
          </a:xfrm>
        </p:grpSpPr>
        <p:sp>
          <p:nvSpPr>
            <p:cNvPr id="927" name="Google Shape;927;p25"/>
            <p:cNvSpPr/>
            <p:nvPr/>
          </p:nvSpPr>
          <p:spPr>
            <a:xfrm rot="1771310">
              <a:off x="2431250" y="-1331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28" name="Google Shape;928;p25"/>
            <p:cNvPicPr preferRelativeResize="0"/>
            <p:nvPr/>
          </p:nvPicPr>
          <p:blipFill rotWithShape="1">
            <a:blip r:embed="rId2">
              <a:alphaModFix/>
            </a:blip>
            <a:srcRect b="12546" l="28959" r="12546" t="12546"/>
            <a:stretch/>
          </p:blipFill>
          <p:spPr>
            <a:xfrm rot="10800000">
              <a:off x="7824499" y="4425127"/>
              <a:ext cx="726651" cy="596548"/>
            </a:xfrm>
            <a:prstGeom prst="rect">
              <a:avLst/>
            </a:prstGeom>
            <a:noFill/>
            <a:ln>
              <a:noFill/>
            </a:ln>
          </p:spPr>
        </p:pic>
        <p:sp>
          <p:nvSpPr>
            <p:cNvPr id="929" name="Google Shape;929;p25"/>
            <p:cNvSpPr/>
            <p:nvPr/>
          </p:nvSpPr>
          <p:spPr>
            <a:xfrm rot="1771310">
              <a:off x="8730600" y="11021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30" name="Google Shape;930;p25"/>
            <p:cNvPicPr preferRelativeResize="0"/>
            <p:nvPr/>
          </p:nvPicPr>
          <p:blipFill rotWithShape="1">
            <a:blip r:embed="rId2">
              <a:alphaModFix/>
            </a:blip>
            <a:srcRect b="12546" l="28959" r="12546" t="12546"/>
            <a:stretch/>
          </p:blipFill>
          <p:spPr>
            <a:xfrm rot="10800000">
              <a:off x="55999" y="1733502"/>
              <a:ext cx="726651" cy="596548"/>
            </a:xfrm>
            <a:prstGeom prst="rect">
              <a:avLst/>
            </a:prstGeom>
            <a:noFill/>
            <a:ln>
              <a:noFill/>
            </a:ln>
          </p:spPr>
        </p:pic>
        <p:sp>
          <p:nvSpPr>
            <p:cNvPr id="931" name="Google Shape;931;p25"/>
            <p:cNvSpPr/>
            <p:nvPr/>
          </p:nvSpPr>
          <p:spPr>
            <a:xfrm rot="1771310">
              <a:off x="1648375" y="45484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932" name="Shape 932"/>
        <p:cNvGrpSpPr/>
        <p:nvPr/>
      </p:nvGrpSpPr>
      <p:grpSpPr>
        <a:xfrm>
          <a:off x="0" y="0"/>
          <a:ext cx="0" cy="0"/>
          <a:chOff x="0" y="0"/>
          <a:chExt cx="0" cy="0"/>
        </a:xfrm>
      </p:grpSpPr>
      <p:grpSp>
        <p:nvGrpSpPr>
          <p:cNvPr id="933" name="Google Shape;933;p26"/>
          <p:cNvGrpSpPr/>
          <p:nvPr/>
        </p:nvGrpSpPr>
        <p:grpSpPr>
          <a:xfrm>
            <a:off x="-6475" y="2927242"/>
            <a:ext cx="9250200" cy="2229968"/>
            <a:chOff x="-6475" y="2927242"/>
            <a:chExt cx="9250200" cy="2229968"/>
          </a:xfrm>
        </p:grpSpPr>
        <p:grpSp>
          <p:nvGrpSpPr>
            <p:cNvPr id="934" name="Google Shape;934;p26"/>
            <p:cNvGrpSpPr/>
            <p:nvPr/>
          </p:nvGrpSpPr>
          <p:grpSpPr>
            <a:xfrm flipH="1">
              <a:off x="5831182" y="2927242"/>
              <a:ext cx="3303413" cy="1672406"/>
              <a:chOff x="-6475" y="2302000"/>
              <a:chExt cx="3303413" cy="1865900"/>
            </a:xfrm>
          </p:grpSpPr>
          <p:sp>
            <p:nvSpPr>
              <p:cNvPr id="935" name="Google Shape;935;p26"/>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6"/>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6"/>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6"/>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6"/>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6"/>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6"/>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6"/>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3" name="Google Shape;943;p26"/>
            <p:cNvGrpSpPr/>
            <p:nvPr/>
          </p:nvGrpSpPr>
          <p:grpSpPr>
            <a:xfrm>
              <a:off x="-6475" y="2927242"/>
              <a:ext cx="3303413" cy="1672406"/>
              <a:chOff x="-6475" y="2302000"/>
              <a:chExt cx="3303413" cy="1865900"/>
            </a:xfrm>
          </p:grpSpPr>
          <p:sp>
            <p:nvSpPr>
              <p:cNvPr id="944" name="Google Shape;944;p26"/>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6"/>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6"/>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6"/>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6"/>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6"/>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6"/>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6"/>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2" name="Google Shape;952;p26"/>
            <p:cNvGrpSpPr/>
            <p:nvPr/>
          </p:nvGrpSpPr>
          <p:grpSpPr>
            <a:xfrm>
              <a:off x="-6475" y="4609669"/>
              <a:ext cx="9250200" cy="547540"/>
              <a:chOff x="-6475" y="4167900"/>
              <a:chExt cx="9250200" cy="988875"/>
            </a:xfrm>
          </p:grpSpPr>
          <p:cxnSp>
            <p:nvCxnSpPr>
              <p:cNvPr id="953" name="Google Shape;953;p26"/>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954" name="Google Shape;954;p26"/>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955" name="Google Shape;955;p26"/>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956" name="Google Shape;956;p26"/>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957" name="Google Shape;957;p26"/>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958" name="Google Shape;958;p26"/>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959" name="Google Shape;959;p26"/>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960" name="Google Shape;960;p26"/>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961" name="Google Shape;961;p26"/>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962" name="Google Shape;962;p26"/>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963" name="Google Shape;963;p26"/>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964" name="Google Shape;964;p26"/>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965" name="Google Shape;965;p26"/>
          <p:cNvSpPr txBox="1"/>
          <p:nvPr>
            <p:ph type="title"/>
          </p:nvPr>
        </p:nvSpPr>
        <p:spPr>
          <a:xfrm>
            <a:off x="713275" y="382025"/>
            <a:ext cx="4448100" cy="13014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sz="8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66" name="Google Shape;966;p26"/>
          <p:cNvSpPr txBox="1"/>
          <p:nvPr>
            <p:ph idx="1" type="subTitle"/>
          </p:nvPr>
        </p:nvSpPr>
        <p:spPr>
          <a:xfrm>
            <a:off x="713275" y="1683475"/>
            <a:ext cx="4448100" cy="105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67" name="Google Shape;967;p26"/>
          <p:cNvSpPr txBox="1"/>
          <p:nvPr/>
        </p:nvSpPr>
        <p:spPr>
          <a:xfrm>
            <a:off x="713275" y="3763100"/>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Barlow"/>
                <a:ea typeface="Barlow"/>
                <a:cs typeface="Barlow"/>
                <a:sym typeface="Barlow"/>
              </a:rPr>
              <a:t>CREDITS:</a:t>
            </a:r>
            <a:r>
              <a:rPr lang="en" sz="1200">
                <a:solidFill>
                  <a:schemeClr val="dk1"/>
                </a:solidFill>
                <a:latin typeface="Barlow"/>
                <a:ea typeface="Barlow"/>
                <a:cs typeface="Barlow"/>
                <a:sym typeface="Barlow"/>
              </a:rPr>
              <a:t> This presentation template was created by </a:t>
            </a:r>
            <a:r>
              <a:rPr b="1" lang="en" sz="1200" u="sng">
                <a:solidFill>
                  <a:schemeClr val="dk1"/>
                </a:solidFill>
                <a:latin typeface="Barlow"/>
                <a:ea typeface="Barlow"/>
                <a:cs typeface="Barlow"/>
                <a:sym typeface="Barlow"/>
                <a:hlinkClick r:id="rId2">
                  <a:extLst>
                    <a:ext uri="{A12FA001-AC4F-418D-AE19-62706E023703}">
                      <ahyp:hlinkClr val="tx"/>
                    </a:ext>
                  </a:extLst>
                </a:hlinkClick>
              </a:rPr>
              <a:t>Slidesgo</a:t>
            </a:r>
            <a:r>
              <a:rPr lang="en" sz="1200">
                <a:solidFill>
                  <a:schemeClr val="dk1"/>
                </a:solidFill>
                <a:latin typeface="Barlow"/>
                <a:ea typeface="Barlow"/>
                <a:cs typeface="Barlow"/>
                <a:sym typeface="Barlow"/>
              </a:rPr>
              <a:t>, and includes icons by </a:t>
            </a:r>
            <a:r>
              <a:rPr b="1" lang="en" sz="1200" u="sng">
                <a:solidFill>
                  <a:schemeClr val="dk1"/>
                </a:solidFill>
                <a:latin typeface="Barlow"/>
                <a:ea typeface="Barlow"/>
                <a:cs typeface="Barlow"/>
                <a:sym typeface="Barlow"/>
                <a:hlinkClick r:id="rId3">
                  <a:extLst>
                    <a:ext uri="{A12FA001-AC4F-418D-AE19-62706E023703}">
                      <ahyp:hlinkClr val="tx"/>
                    </a:ext>
                  </a:extLst>
                </a:hlinkClick>
              </a:rPr>
              <a:t>Flaticon</a:t>
            </a:r>
            <a:r>
              <a:rPr lang="en" sz="1200">
                <a:solidFill>
                  <a:schemeClr val="dk1"/>
                </a:solidFill>
                <a:latin typeface="Barlow"/>
                <a:ea typeface="Barlow"/>
                <a:cs typeface="Barlow"/>
                <a:sym typeface="Barlow"/>
              </a:rPr>
              <a:t>, and infographics &amp; images by </a:t>
            </a:r>
            <a:r>
              <a:rPr b="1" lang="en" sz="1200" u="sng">
                <a:solidFill>
                  <a:schemeClr val="dk1"/>
                </a:solidFill>
                <a:latin typeface="Barlow"/>
                <a:ea typeface="Barlow"/>
                <a:cs typeface="Barlow"/>
                <a:sym typeface="Barlow"/>
                <a:hlinkClick r:id="rId4">
                  <a:extLst>
                    <a:ext uri="{A12FA001-AC4F-418D-AE19-62706E023703}">
                      <ahyp:hlinkClr val="tx"/>
                    </a:ext>
                  </a:extLst>
                </a:hlinkClick>
              </a:rPr>
              <a:t>Freepik</a:t>
            </a:r>
            <a:r>
              <a:rPr lang="en" sz="1200" u="sng">
                <a:solidFill>
                  <a:schemeClr val="dk1"/>
                </a:solidFill>
                <a:latin typeface="Barlow"/>
                <a:ea typeface="Barlow"/>
                <a:cs typeface="Barlow"/>
                <a:sym typeface="Barlow"/>
              </a:rPr>
              <a:t> </a:t>
            </a:r>
            <a:endParaRPr b="1" sz="1200" u="sng">
              <a:solidFill>
                <a:schemeClr val="dk1"/>
              </a:solidFill>
              <a:latin typeface="Barlow"/>
              <a:ea typeface="Barlow"/>
              <a:cs typeface="Barlow"/>
              <a:sym typeface="Barlow"/>
            </a:endParaRPr>
          </a:p>
        </p:txBody>
      </p:sp>
      <p:grpSp>
        <p:nvGrpSpPr>
          <p:cNvPr id="968" name="Google Shape;968;p26"/>
          <p:cNvGrpSpPr/>
          <p:nvPr/>
        </p:nvGrpSpPr>
        <p:grpSpPr>
          <a:xfrm>
            <a:off x="-349201" y="7272"/>
            <a:ext cx="9428342" cy="4499445"/>
            <a:chOff x="-349201" y="7272"/>
            <a:chExt cx="9428342" cy="4499445"/>
          </a:xfrm>
        </p:grpSpPr>
        <p:sp>
          <p:nvSpPr>
            <p:cNvPr id="969" name="Google Shape;969;p26"/>
            <p:cNvSpPr/>
            <p:nvPr/>
          </p:nvSpPr>
          <p:spPr>
            <a:xfrm rot="1771310">
              <a:off x="1465550" y="707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70" name="Google Shape;970;p26"/>
            <p:cNvPicPr preferRelativeResize="0"/>
            <p:nvPr/>
          </p:nvPicPr>
          <p:blipFill rotWithShape="1">
            <a:blip r:embed="rId5">
              <a:alphaModFix/>
            </a:blip>
            <a:srcRect b="12546" l="28959" r="12546" t="12546"/>
            <a:stretch/>
          </p:blipFill>
          <p:spPr>
            <a:xfrm rot="10800000">
              <a:off x="-349201" y="3754652"/>
              <a:ext cx="726651" cy="596548"/>
            </a:xfrm>
            <a:prstGeom prst="rect">
              <a:avLst/>
            </a:prstGeom>
            <a:noFill/>
            <a:ln>
              <a:noFill/>
            </a:ln>
          </p:spPr>
        </p:pic>
        <p:sp>
          <p:nvSpPr>
            <p:cNvPr id="971" name="Google Shape;971;p26"/>
            <p:cNvSpPr/>
            <p:nvPr/>
          </p:nvSpPr>
          <p:spPr>
            <a:xfrm rot="1771310">
              <a:off x="8665750" y="40933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972" name="Shape 972"/>
        <p:cNvGrpSpPr/>
        <p:nvPr/>
      </p:nvGrpSpPr>
      <p:grpSpPr>
        <a:xfrm>
          <a:off x="0" y="0"/>
          <a:ext cx="0" cy="0"/>
          <a:chOff x="0" y="0"/>
          <a:chExt cx="0" cy="0"/>
        </a:xfrm>
      </p:grpSpPr>
      <p:grpSp>
        <p:nvGrpSpPr>
          <p:cNvPr id="973" name="Google Shape;973;p27"/>
          <p:cNvGrpSpPr/>
          <p:nvPr/>
        </p:nvGrpSpPr>
        <p:grpSpPr>
          <a:xfrm>
            <a:off x="-6475" y="2716224"/>
            <a:ext cx="9250200" cy="2440985"/>
            <a:chOff x="-6475" y="2716224"/>
            <a:chExt cx="9250200" cy="2440985"/>
          </a:xfrm>
        </p:grpSpPr>
        <p:grpSp>
          <p:nvGrpSpPr>
            <p:cNvPr id="974" name="Google Shape;974;p27"/>
            <p:cNvGrpSpPr/>
            <p:nvPr/>
          </p:nvGrpSpPr>
          <p:grpSpPr>
            <a:xfrm>
              <a:off x="-6475" y="4609669"/>
              <a:ext cx="9250200" cy="547540"/>
              <a:chOff x="-6475" y="4167900"/>
              <a:chExt cx="9250200" cy="988875"/>
            </a:xfrm>
          </p:grpSpPr>
          <p:cxnSp>
            <p:nvCxnSpPr>
              <p:cNvPr id="975" name="Google Shape;975;p27"/>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976" name="Google Shape;976;p27"/>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977" name="Google Shape;977;p27"/>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978" name="Google Shape;978;p27"/>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979" name="Google Shape;979;p27"/>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980" name="Google Shape;980;p27"/>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981" name="Google Shape;981;p27"/>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982" name="Google Shape;982;p27"/>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983" name="Google Shape;983;p27"/>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984" name="Google Shape;984;p27"/>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985" name="Google Shape;985;p27"/>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986" name="Google Shape;986;p27"/>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nvGrpSpPr>
            <p:cNvPr id="987" name="Google Shape;987;p27"/>
            <p:cNvGrpSpPr/>
            <p:nvPr/>
          </p:nvGrpSpPr>
          <p:grpSpPr>
            <a:xfrm>
              <a:off x="-6475" y="2716224"/>
              <a:ext cx="9141070" cy="1893600"/>
              <a:chOff x="-6475" y="2716224"/>
              <a:chExt cx="9141070" cy="1893600"/>
            </a:xfrm>
          </p:grpSpPr>
          <p:sp>
            <p:nvSpPr>
              <p:cNvPr id="988" name="Google Shape;988;p27"/>
              <p:cNvSpPr/>
              <p:nvPr/>
            </p:nvSpPr>
            <p:spPr>
              <a:xfrm flipH="1">
                <a:off x="8835795" y="2937530"/>
                <a:ext cx="298800" cy="1672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7"/>
              <p:cNvSpPr/>
              <p:nvPr/>
            </p:nvSpPr>
            <p:spPr>
              <a:xfrm flipH="1">
                <a:off x="8393681" y="3562730"/>
                <a:ext cx="298800" cy="1047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7"/>
              <p:cNvSpPr/>
              <p:nvPr/>
            </p:nvSpPr>
            <p:spPr>
              <a:xfrm flipH="1">
                <a:off x="7951568" y="3330530"/>
                <a:ext cx="298800" cy="1279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7"/>
              <p:cNvSpPr/>
              <p:nvPr/>
            </p:nvSpPr>
            <p:spPr>
              <a:xfrm flipH="1">
                <a:off x="7509454" y="3562730"/>
                <a:ext cx="298800" cy="1047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7"/>
              <p:cNvSpPr/>
              <p:nvPr/>
            </p:nvSpPr>
            <p:spPr>
              <a:xfrm flipH="1">
                <a:off x="7067341" y="3140330"/>
                <a:ext cx="298800" cy="1469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7"/>
              <p:cNvSpPr/>
              <p:nvPr/>
            </p:nvSpPr>
            <p:spPr>
              <a:xfrm flipH="1">
                <a:off x="6625227" y="4148330"/>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7"/>
              <p:cNvSpPr/>
              <p:nvPr/>
            </p:nvSpPr>
            <p:spPr>
              <a:xfrm flipH="1">
                <a:off x="6183114" y="3140330"/>
                <a:ext cx="298800" cy="1469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7"/>
              <p:cNvSpPr/>
              <p:nvPr/>
            </p:nvSpPr>
            <p:spPr>
              <a:xfrm flipH="1">
                <a:off x="5298887" y="4148330"/>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7"/>
              <p:cNvSpPr/>
              <p:nvPr/>
            </p:nvSpPr>
            <p:spPr>
              <a:xfrm>
                <a:off x="-6475" y="2716224"/>
                <a:ext cx="298800" cy="1893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7"/>
              <p:cNvSpPr/>
              <p:nvPr/>
            </p:nvSpPr>
            <p:spPr>
              <a:xfrm>
                <a:off x="435639" y="3562730"/>
                <a:ext cx="298800" cy="1047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7"/>
              <p:cNvSpPr/>
              <p:nvPr/>
            </p:nvSpPr>
            <p:spPr>
              <a:xfrm>
                <a:off x="877752" y="3330530"/>
                <a:ext cx="298800" cy="1279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7"/>
              <p:cNvSpPr/>
              <p:nvPr/>
            </p:nvSpPr>
            <p:spPr>
              <a:xfrm>
                <a:off x="1319866" y="3562730"/>
                <a:ext cx="298800" cy="1047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7"/>
              <p:cNvSpPr/>
              <p:nvPr/>
            </p:nvSpPr>
            <p:spPr>
              <a:xfrm>
                <a:off x="1761979" y="3140330"/>
                <a:ext cx="298800" cy="1469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7"/>
              <p:cNvSpPr/>
              <p:nvPr/>
            </p:nvSpPr>
            <p:spPr>
              <a:xfrm>
                <a:off x="2204093" y="4148330"/>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7"/>
              <p:cNvSpPr/>
              <p:nvPr/>
            </p:nvSpPr>
            <p:spPr>
              <a:xfrm>
                <a:off x="2646206" y="3140330"/>
                <a:ext cx="298800" cy="1469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7"/>
              <p:cNvSpPr/>
              <p:nvPr/>
            </p:nvSpPr>
            <p:spPr>
              <a:xfrm>
                <a:off x="3088320" y="4148330"/>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7"/>
              <p:cNvSpPr/>
              <p:nvPr/>
            </p:nvSpPr>
            <p:spPr>
              <a:xfrm>
                <a:off x="3530433" y="3140330"/>
                <a:ext cx="298800" cy="1469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7"/>
              <p:cNvSpPr/>
              <p:nvPr/>
            </p:nvSpPr>
            <p:spPr>
              <a:xfrm>
                <a:off x="4414660" y="3140330"/>
                <a:ext cx="298800" cy="1469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7"/>
              <p:cNvSpPr/>
              <p:nvPr/>
            </p:nvSpPr>
            <p:spPr>
              <a:xfrm>
                <a:off x="4856773" y="3949130"/>
                <a:ext cx="298800" cy="660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7"/>
              <p:cNvSpPr/>
              <p:nvPr/>
            </p:nvSpPr>
            <p:spPr>
              <a:xfrm>
                <a:off x="3972546" y="3562730"/>
                <a:ext cx="298800" cy="1047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7"/>
              <p:cNvSpPr/>
              <p:nvPr/>
            </p:nvSpPr>
            <p:spPr>
              <a:xfrm>
                <a:off x="5741000" y="4148330"/>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09" name="Google Shape;1009;p27"/>
          <p:cNvGrpSpPr/>
          <p:nvPr/>
        </p:nvGrpSpPr>
        <p:grpSpPr>
          <a:xfrm>
            <a:off x="-6473" y="337177"/>
            <a:ext cx="9003464" cy="4483123"/>
            <a:chOff x="-6473" y="337177"/>
            <a:chExt cx="9003464" cy="4483123"/>
          </a:xfrm>
        </p:grpSpPr>
        <p:pic>
          <p:nvPicPr>
            <p:cNvPr id="1010" name="Google Shape;1010;p27"/>
            <p:cNvPicPr preferRelativeResize="0"/>
            <p:nvPr/>
          </p:nvPicPr>
          <p:blipFill rotWithShape="1">
            <a:blip r:embed="rId2">
              <a:alphaModFix/>
            </a:blip>
            <a:srcRect b="12546" l="28959" r="12546" t="12546"/>
            <a:stretch/>
          </p:blipFill>
          <p:spPr>
            <a:xfrm rot="10800000">
              <a:off x="-6473" y="4118400"/>
              <a:ext cx="854948" cy="701900"/>
            </a:xfrm>
            <a:prstGeom prst="rect">
              <a:avLst/>
            </a:prstGeom>
            <a:noFill/>
            <a:ln>
              <a:noFill/>
            </a:ln>
          </p:spPr>
        </p:pic>
        <p:grpSp>
          <p:nvGrpSpPr>
            <p:cNvPr id="1011" name="Google Shape;1011;p27"/>
            <p:cNvGrpSpPr/>
            <p:nvPr/>
          </p:nvGrpSpPr>
          <p:grpSpPr>
            <a:xfrm>
              <a:off x="340235" y="337177"/>
              <a:ext cx="745978" cy="516368"/>
              <a:chOff x="923424" y="1580182"/>
              <a:chExt cx="1171264" cy="810752"/>
            </a:xfrm>
          </p:grpSpPr>
          <p:sp>
            <p:nvSpPr>
              <p:cNvPr id="1012" name="Google Shape;1012;p27"/>
              <p:cNvSpPr/>
              <p:nvPr/>
            </p:nvSpPr>
            <p:spPr>
              <a:xfrm>
                <a:off x="923424" y="1782870"/>
                <a:ext cx="468064" cy="405392"/>
              </a:xfrm>
              <a:custGeom>
                <a:rect b="b" l="l" r="r" t="t"/>
                <a:pathLst>
                  <a:path extrusionOk="0" fill="none" h="25337" w="29254">
                    <a:moveTo>
                      <a:pt x="21942" y="0"/>
                    </a:moveTo>
                    <a:lnTo>
                      <a:pt x="7314" y="0"/>
                    </a:lnTo>
                    <a:lnTo>
                      <a:pt x="0" y="12668"/>
                    </a:lnTo>
                    <a:lnTo>
                      <a:pt x="7314" y="25336"/>
                    </a:lnTo>
                    <a:lnTo>
                      <a:pt x="21942"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7"/>
              <p:cNvSpPr/>
              <p:nvPr/>
            </p:nvSpPr>
            <p:spPr>
              <a:xfrm>
                <a:off x="1626624" y="1782870"/>
                <a:ext cx="468064" cy="405392"/>
              </a:xfrm>
              <a:custGeom>
                <a:rect b="b" l="l" r="r" t="t"/>
                <a:pathLst>
                  <a:path extrusionOk="0" fill="none" h="25337" w="29254">
                    <a:moveTo>
                      <a:pt x="21940" y="0"/>
                    </a:moveTo>
                    <a:lnTo>
                      <a:pt x="7314" y="0"/>
                    </a:lnTo>
                    <a:lnTo>
                      <a:pt x="0" y="12668"/>
                    </a:lnTo>
                    <a:lnTo>
                      <a:pt x="7314" y="25336"/>
                    </a:lnTo>
                    <a:lnTo>
                      <a:pt x="21940"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7"/>
              <p:cNvSpPr/>
              <p:nvPr/>
            </p:nvSpPr>
            <p:spPr>
              <a:xfrm>
                <a:off x="1274896" y="1580182"/>
                <a:ext cx="468096" cy="405392"/>
              </a:xfrm>
              <a:custGeom>
                <a:rect b="b" l="l" r="r" t="t"/>
                <a:pathLst>
                  <a:path extrusionOk="0" fill="none" h="25337" w="29256">
                    <a:moveTo>
                      <a:pt x="21942" y="1"/>
                    </a:moveTo>
                    <a:lnTo>
                      <a:pt x="7314" y="1"/>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7"/>
              <p:cNvSpPr/>
              <p:nvPr/>
            </p:nvSpPr>
            <p:spPr>
              <a:xfrm>
                <a:off x="1274896" y="1985558"/>
                <a:ext cx="468096" cy="405376"/>
              </a:xfrm>
              <a:custGeom>
                <a:rect b="b" l="l" r="r" t="t"/>
                <a:pathLst>
                  <a:path extrusionOk="0" fill="none" h="25336" w="29256">
                    <a:moveTo>
                      <a:pt x="21942" y="0"/>
                    </a:moveTo>
                    <a:lnTo>
                      <a:pt x="7314" y="0"/>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6" name="Google Shape;1016;p27"/>
            <p:cNvSpPr/>
            <p:nvPr/>
          </p:nvSpPr>
          <p:spPr>
            <a:xfrm rot="1771310">
              <a:off x="8583600" y="180453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017" name="Shape 1017"/>
        <p:cNvGrpSpPr/>
        <p:nvPr/>
      </p:nvGrpSpPr>
      <p:grpSpPr>
        <a:xfrm>
          <a:off x="0" y="0"/>
          <a:ext cx="0" cy="0"/>
          <a:chOff x="0" y="0"/>
          <a:chExt cx="0" cy="0"/>
        </a:xfrm>
      </p:grpSpPr>
      <p:sp>
        <p:nvSpPr>
          <p:cNvPr id="1018" name="Google Shape;1018;p28"/>
          <p:cNvSpPr/>
          <p:nvPr/>
        </p:nvSpPr>
        <p:spPr>
          <a:xfrm flipH="1">
            <a:off x="5298887" y="4148330"/>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8"/>
          <p:cNvSpPr/>
          <p:nvPr/>
        </p:nvSpPr>
        <p:spPr>
          <a:xfrm>
            <a:off x="3530425" y="4148329"/>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8"/>
          <p:cNvSpPr/>
          <p:nvPr/>
        </p:nvSpPr>
        <p:spPr>
          <a:xfrm>
            <a:off x="4414650" y="4401830"/>
            <a:ext cx="298800" cy="207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8"/>
          <p:cNvSpPr/>
          <p:nvPr/>
        </p:nvSpPr>
        <p:spPr>
          <a:xfrm>
            <a:off x="4856775" y="4257354"/>
            <a:ext cx="298800" cy="352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8"/>
          <p:cNvSpPr/>
          <p:nvPr/>
        </p:nvSpPr>
        <p:spPr>
          <a:xfrm>
            <a:off x="3972550" y="4257352"/>
            <a:ext cx="298800" cy="352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3" name="Google Shape;1023;p28"/>
          <p:cNvGrpSpPr/>
          <p:nvPr/>
        </p:nvGrpSpPr>
        <p:grpSpPr>
          <a:xfrm>
            <a:off x="-6475" y="1955300"/>
            <a:ext cx="9250200" cy="3201909"/>
            <a:chOff x="-6475" y="1955300"/>
            <a:chExt cx="9250200" cy="3201909"/>
          </a:xfrm>
        </p:grpSpPr>
        <p:grpSp>
          <p:nvGrpSpPr>
            <p:cNvPr id="1024" name="Google Shape;1024;p28"/>
            <p:cNvGrpSpPr/>
            <p:nvPr/>
          </p:nvGrpSpPr>
          <p:grpSpPr>
            <a:xfrm>
              <a:off x="-6475" y="4609669"/>
              <a:ext cx="9250200" cy="547540"/>
              <a:chOff x="-6475" y="4167900"/>
              <a:chExt cx="9250200" cy="988875"/>
            </a:xfrm>
          </p:grpSpPr>
          <p:cxnSp>
            <p:nvCxnSpPr>
              <p:cNvPr id="1025" name="Google Shape;1025;p28"/>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026" name="Google Shape;1026;p28"/>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027" name="Google Shape;1027;p28"/>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028" name="Google Shape;1028;p28"/>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029" name="Google Shape;1029;p28"/>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030" name="Google Shape;1030;p28"/>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031" name="Google Shape;1031;p28"/>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032" name="Google Shape;1032;p28"/>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033" name="Google Shape;1033;p28"/>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034" name="Google Shape;1034;p28"/>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035" name="Google Shape;1035;p28"/>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036" name="Google Shape;1036;p28"/>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nvGrpSpPr>
            <p:cNvPr id="1037" name="Google Shape;1037;p28"/>
            <p:cNvGrpSpPr/>
            <p:nvPr/>
          </p:nvGrpSpPr>
          <p:grpSpPr>
            <a:xfrm>
              <a:off x="-6475" y="1955300"/>
              <a:ext cx="9141075" cy="2654569"/>
              <a:chOff x="-6475" y="1955300"/>
              <a:chExt cx="9141075" cy="2654569"/>
            </a:xfrm>
          </p:grpSpPr>
          <p:sp>
            <p:nvSpPr>
              <p:cNvPr id="1038" name="Google Shape;1038;p28"/>
              <p:cNvSpPr/>
              <p:nvPr/>
            </p:nvSpPr>
            <p:spPr>
              <a:xfrm flipH="1">
                <a:off x="8835800" y="1955324"/>
                <a:ext cx="298800" cy="2654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8"/>
              <p:cNvSpPr/>
              <p:nvPr/>
            </p:nvSpPr>
            <p:spPr>
              <a:xfrm flipH="1">
                <a:off x="8393675" y="2253901"/>
                <a:ext cx="298800" cy="2355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8"/>
              <p:cNvSpPr/>
              <p:nvPr/>
            </p:nvSpPr>
            <p:spPr>
              <a:xfrm flipH="1">
                <a:off x="7951575" y="2619897"/>
                <a:ext cx="298800" cy="1989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8"/>
              <p:cNvSpPr/>
              <p:nvPr/>
            </p:nvSpPr>
            <p:spPr>
              <a:xfrm flipH="1">
                <a:off x="7509450" y="2985922"/>
                <a:ext cx="298800" cy="1623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8"/>
              <p:cNvSpPr/>
              <p:nvPr/>
            </p:nvSpPr>
            <p:spPr>
              <a:xfrm flipH="1">
                <a:off x="7067350" y="3429010"/>
                <a:ext cx="298800" cy="1180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8"/>
              <p:cNvSpPr/>
              <p:nvPr/>
            </p:nvSpPr>
            <p:spPr>
              <a:xfrm flipH="1">
                <a:off x="6625225" y="3631269"/>
                <a:ext cx="298800" cy="978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8"/>
              <p:cNvSpPr/>
              <p:nvPr/>
            </p:nvSpPr>
            <p:spPr>
              <a:xfrm flipH="1">
                <a:off x="6183125" y="3775752"/>
                <a:ext cx="298800" cy="834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8"/>
              <p:cNvSpPr/>
              <p:nvPr/>
            </p:nvSpPr>
            <p:spPr>
              <a:xfrm>
                <a:off x="-6475" y="1955300"/>
                <a:ext cx="298800" cy="2654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8"/>
              <p:cNvSpPr/>
              <p:nvPr/>
            </p:nvSpPr>
            <p:spPr>
              <a:xfrm>
                <a:off x="435650" y="2253901"/>
                <a:ext cx="298800" cy="2355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8"/>
              <p:cNvSpPr/>
              <p:nvPr/>
            </p:nvSpPr>
            <p:spPr>
              <a:xfrm>
                <a:off x="877750" y="2619897"/>
                <a:ext cx="298800" cy="1989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8"/>
              <p:cNvSpPr/>
              <p:nvPr/>
            </p:nvSpPr>
            <p:spPr>
              <a:xfrm>
                <a:off x="1319875" y="2985922"/>
                <a:ext cx="298800" cy="1623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8"/>
              <p:cNvSpPr/>
              <p:nvPr/>
            </p:nvSpPr>
            <p:spPr>
              <a:xfrm>
                <a:off x="1761975" y="3429001"/>
                <a:ext cx="298800" cy="1180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8"/>
              <p:cNvSpPr/>
              <p:nvPr/>
            </p:nvSpPr>
            <p:spPr>
              <a:xfrm>
                <a:off x="2204100" y="3631269"/>
                <a:ext cx="298800" cy="978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8"/>
              <p:cNvSpPr/>
              <p:nvPr/>
            </p:nvSpPr>
            <p:spPr>
              <a:xfrm>
                <a:off x="2646200" y="3775752"/>
                <a:ext cx="298800" cy="834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8"/>
              <p:cNvSpPr/>
              <p:nvPr/>
            </p:nvSpPr>
            <p:spPr>
              <a:xfrm>
                <a:off x="3088325" y="3949122"/>
                <a:ext cx="298800" cy="660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8"/>
              <p:cNvSpPr/>
              <p:nvPr/>
            </p:nvSpPr>
            <p:spPr>
              <a:xfrm>
                <a:off x="5741001" y="3949122"/>
                <a:ext cx="298800" cy="660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54" name="Google Shape;1054;p28"/>
          <p:cNvGrpSpPr/>
          <p:nvPr/>
        </p:nvGrpSpPr>
        <p:grpSpPr>
          <a:xfrm>
            <a:off x="1344296" y="-3"/>
            <a:ext cx="7921842" cy="5143495"/>
            <a:chOff x="1344296" y="-3"/>
            <a:chExt cx="7921842" cy="5143495"/>
          </a:xfrm>
        </p:grpSpPr>
        <p:pic>
          <p:nvPicPr>
            <p:cNvPr id="1055" name="Google Shape;1055;p28"/>
            <p:cNvPicPr preferRelativeResize="0"/>
            <p:nvPr/>
          </p:nvPicPr>
          <p:blipFill rotWithShape="1">
            <a:blip r:embed="rId2">
              <a:alphaModFix/>
            </a:blip>
            <a:srcRect b="12546" l="28959" r="12546" t="12546"/>
            <a:stretch/>
          </p:blipFill>
          <p:spPr>
            <a:xfrm rot="10800000">
              <a:off x="8344502" y="3058875"/>
              <a:ext cx="854948" cy="701900"/>
            </a:xfrm>
            <a:prstGeom prst="rect">
              <a:avLst/>
            </a:prstGeom>
            <a:noFill/>
            <a:ln>
              <a:noFill/>
            </a:ln>
          </p:spPr>
        </p:pic>
        <p:grpSp>
          <p:nvGrpSpPr>
            <p:cNvPr id="1056" name="Google Shape;1056;p28"/>
            <p:cNvGrpSpPr/>
            <p:nvPr/>
          </p:nvGrpSpPr>
          <p:grpSpPr>
            <a:xfrm>
              <a:off x="8520160" y="433502"/>
              <a:ext cx="745978" cy="516368"/>
              <a:chOff x="923424" y="1580182"/>
              <a:chExt cx="1171264" cy="810752"/>
            </a:xfrm>
          </p:grpSpPr>
          <p:sp>
            <p:nvSpPr>
              <p:cNvPr id="1057" name="Google Shape;1057;p28"/>
              <p:cNvSpPr/>
              <p:nvPr/>
            </p:nvSpPr>
            <p:spPr>
              <a:xfrm>
                <a:off x="923424" y="1782870"/>
                <a:ext cx="468064" cy="405392"/>
              </a:xfrm>
              <a:custGeom>
                <a:rect b="b" l="l" r="r" t="t"/>
                <a:pathLst>
                  <a:path extrusionOk="0" fill="none" h="25337" w="29254">
                    <a:moveTo>
                      <a:pt x="21942" y="0"/>
                    </a:moveTo>
                    <a:lnTo>
                      <a:pt x="7314" y="0"/>
                    </a:lnTo>
                    <a:lnTo>
                      <a:pt x="0" y="12668"/>
                    </a:lnTo>
                    <a:lnTo>
                      <a:pt x="7314" y="25336"/>
                    </a:lnTo>
                    <a:lnTo>
                      <a:pt x="21942"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8"/>
              <p:cNvSpPr/>
              <p:nvPr/>
            </p:nvSpPr>
            <p:spPr>
              <a:xfrm>
                <a:off x="1626624" y="1782870"/>
                <a:ext cx="468064" cy="405392"/>
              </a:xfrm>
              <a:custGeom>
                <a:rect b="b" l="l" r="r" t="t"/>
                <a:pathLst>
                  <a:path extrusionOk="0" fill="none" h="25337" w="29254">
                    <a:moveTo>
                      <a:pt x="21940" y="0"/>
                    </a:moveTo>
                    <a:lnTo>
                      <a:pt x="7314" y="0"/>
                    </a:lnTo>
                    <a:lnTo>
                      <a:pt x="0" y="12668"/>
                    </a:lnTo>
                    <a:lnTo>
                      <a:pt x="7314" y="25336"/>
                    </a:lnTo>
                    <a:lnTo>
                      <a:pt x="21940"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8"/>
              <p:cNvSpPr/>
              <p:nvPr/>
            </p:nvSpPr>
            <p:spPr>
              <a:xfrm>
                <a:off x="1274896" y="1580182"/>
                <a:ext cx="468096" cy="405392"/>
              </a:xfrm>
              <a:custGeom>
                <a:rect b="b" l="l" r="r" t="t"/>
                <a:pathLst>
                  <a:path extrusionOk="0" fill="none" h="25337" w="29256">
                    <a:moveTo>
                      <a:pt x="21942" y="1"/>
                    </a:moveTo>
                    <a:lnTo>
                      <a:pt x="7314" y="1"/>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8"/>
              <p:cNvSpPr/>
              <p:nvPr/>
            </p:nvSpPr>
            <p:spPr>
              <a:xfrm>
                <a:off x="1274896" y="1985558"/>
                <a:ext cx="468096" cy="405376"/>
              </a:xfrm>
              <a:custGeom>
                <a:rect b="b" l="l" r="r" t="t"/>
                <a:pathLst>
                  <a:path extrusionOk="0" fill="none" h="25336" w="29256">
                    <a:moveTo>
                      <a:pt x="21942" y="0"/>
                    </a:moveTo>
                    <a:lnTo>
                      <a:pt x="7314" y="0"/>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1" name="Google Shape;1061;p28"/>
            <p:cNvSpPr/>
            <p:nvPr/>
          </p:nvSpPr>
          <p:spPr>
            <a:xfrm rot="1771310">
              <a:off x="2062725" y="635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8"/>
            <p:cNvSpPr/>
            <p:nvPr/>
          </p:nvSpPr>
          <p:spPr>
            <a:xfrm rot="1771310">
              <a:off x="1407750" y="47301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063" name="Shape 1063"/>
        <p:cNvGrpSpPr/>
        <p:nvPr/>
      </p:nvGrpSpPr>
      <p:grpSpPr>
        <a:xfrm>
          <a:off x="0" y="0"/>
          <a:ext cx="0" cy="0"/>
          <a:chOff x="0" y="0"/>
          <a:chExt cx="0" cy="0"/>
        </a:xfrm>
      </p:grpSpPr>
      <p:pic>
        <p:nvPicPr>
          <p:cNvPr id="1064" name="Google Shape;1064;p29"/>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065" name="Google Shape;1065;p29"/>
          <p:cNvGrpSpPr/>
          <p:nvPr/>
        </p:nvGrpSpPr>
        <p:grpSpPr>
          <a:xfrm>
            <a:off x="274200" y="274200"/>
            <a:ext cx="8687100" cy="4686600"/>
            <a:chOff x="274200" y="274200"/>
            <a:chExt cx="8687100" cy="4686600"/>
          </a:xfrm>
        </p:grpSpPr>
        <p:sp>
          <p:nvSpPr>
            <p:cNvPr id="1066" name="Google Shape;1066;p29"/>
            <p:cNvSpPr/>
            <p:nvPr/>
          </p:nvSpPr>
          <p:spPr>
            <a:xfrm>
              <a:off x="365700" y="365700"/>
              <a:ext cx="8595600" cy="459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7" name="Google Shape;1067;p29"/>
            <p:cNvGrpSpPr/>
            <p:nvPr/>
          </p:nvGrpSpPr>
          <p:grpSpPr>
            <a:xfrm>
              <a:off x="274200" y="274200"/>
              <a:ext cx="8595900" cy="4595100"/>
              <a:chOff x="274200" y="274200"/>
              <a:chExt cx="8595900" cy="4595100"/>
            </a:xfrm>
          </p:grpSpPr>
          <p:grpSp>
            <p:nvGrpSpPr>
              <p:cNvPr id="1068" name="Google Shape;1068;p29"/>
              <p:cNvGrpSpPr/>
              <p:nvPr/>
            </p:nvGrpSpPr>
            <p:grpSpPr>
              <a:xfrm>
                <a:off x="274200" y="274200"/>
                <a:ext cx="8595900" cy="4595100"/>
                <a:chOff x="274200" y="274200"/>
                <a:chExt cx="8595900" cy="4595100"/>
              </a:xfrm>
            </p:grpSpPr>
            <p:sp>
              <p:nvSpPr>
                <p:cNvPr id="1069" name="Google Shape;1069;p29"/>
                <p:cNvSpPr/>
                <p:nvPr/>
              </p:nvSpPr>
              <p:spPr>
                <a:xfrm>
                  <a:off x="274200" y="274200"/>
                  <a:ext cx="8595600" cy="459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70" name="Google Shape;1070;p29"/>
                <p:cNvCxnSpPr/>
                <p:nvPr/>
              </p:nvCxnSpPr>
              <p:spPr>
                <a:xfrm>
                  <a:off x="274200" y="639909"/>
                  <a:ext cx="8595900" cy="0"/>
                </a:xfrm>
                <a:prstGeom prst="straightConnector1">
                  <a:avLst/>
                </a:prstGeom>
                <a:noFill/>
                <a:ln cap="flat" cmpd="sng" w="28575">
                  <a:solidFill>
                    <a:schemeClr val="dk1"/>
                  </a:solidFill>
                  <a:prstDash val="solid"/>
                  <a:round/>
                  <a:headEnd len="med" w="med" type="none"/>
                  <a:tailEnd len="med" w="med" type="none"/>
                </a:ln>
              </p:spPr>
            </p:cxnSp>
          </p:grpSp>
          <p:grpSp>
            <p:nvGrpSpPr>
              <p:cNvPr id="1071" name="Google Shape;1071;p29"/>
              <p:cNvGrpSpPr/>
              <p:nvPr/>
            </p:nvGrpSpPr>
            <p:grpSpPr>
              <a:xfrm>
                <a:off x="8595300" y="365550"/>
                <a:ext cx="183000" cy="183000"/>
                <a:chOff x="8225400" y="367488"/>
                <a:chExt cx="183000" cy="183000"/>
              </a:xfrm>
            </p:grpSpPr>
            <p:cxnSp>
              <p:nvCxnSpPr>
                <p:cNvPr id="1072" name="Google Shape;1072;p29"/>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1073" name="Google Shape;1073;p29"/>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1074" name="Google Shape;1074;p29"/>
              <p:cNvSpPr/>
              <p:nvPr/>
            </p:nvSpPr>
            <p:spPr>
              <a:xfrm>
                <a:off x="8275200" y="3655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75" name="Google Shape;1075;p29"/>
              <p:cNvCxnSpPr/>
              <p:nvPr/>
            </p:nvCxnSpPr>
            <p:spPr>
              <a:xfrm>
                <a:off x="7925099" y="548550"/>
                <a:ext cx="213000" cy="0"/>
              </a:xfrm>
              <a:prstGeom prst="straightConnector1">
                <a:avLst/>
              </a:prstGeom>
              <a:noFill/>
              <a:ln cap="flat" cmpd="sng" w="28575">
                <a:solidFill>
                  <a:schemeClr val="dk1"/>
                </a:solidFill>
                <a:prstDash val="solid"/>
                <a:round/>
                <a:headEnd len="med" w="med" type="none"/>
                <a:tailEnd len="med" w="med" type="none"/>
              </a:ln>
            </p:spPr>
          </p:cxnSp>
        </p:grpSp>
      </p:grpSp>
      <p:grpSp>
        <p:nvGrpSpPr>
          <p:cNvPr id="1076" name="Google Shape;1076;p29"/>
          <p:cNvGrpSpPr/>
          <p:nvPr/>
        </p:nvGrpSpPr>
        <p:grpSpPr>
          <a:xfrm>
            <a:off x="914400" y="535100"/>
            <a:ext cx="7406700" cy="4164575"/>
            <a:chOff x="914400" y="535100"/>
            <a:chExt cx="7406700" cy="4164575"/>
          </a:xfrm>
        </p:grpSpPr>
        <p:sp>
          <p:nvSpPr>
            <p:cNvPr id="1077" name="Google Shape;1077;p29"/>
            <p:cNvSpPr/>
            <p:nvPr/>
          </p:nvSpPr>
          <p:spPr>
            <a:xfrm>
              <a:off x="1005900" y="626275"/>
              <a:ext cx="7315200" cy="40734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8" name="Google Shape;1078;p29"/>
            <p:cNvGrpSpPr/>
            <p:nvPr/>
          </p:nvGrpSpPr>
          <p:grpSpPr>
            <a:xfrm>
              <a:off x="914400" y="535100"/>
              <a:ext cx="7315200" cy="4073400"/>
              <a:chOff x="914400" y="535100"/>
              <a:chExt cx="7315200" cy="4073400"/>
            </a:xfrm>
          </p:grpSpPr>
          <p:sp>
            <p:nvSpPr>
              <p:cNvPr id="1079" name="Google Shape;1079;p29"/>
              <p:cNvSpPr/>
              <p:nvPr/>
            </p:nvSpPr>
            <p:spPr>
              <a:xfrm>
                <a:off x="914400" y="535100"/>
                <a:ext cx="7315200" cy="40734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0" name="Google Shape;1080;p29"/>
              <p:cNvGrpSpPr/>
              <p:nvPr/>
            </p:nvGrpSpPr>
            <p:grpSpPr>
              <a:xfrm>
                <a:off x="7955100" y="626350"/>
                <a:ext cx="183000" cy="183000"/>
                <a:chOff x="8225400" y="367488"/>
                <a:chExt cx="183000" cy="183000"/>
              </a:xfrm>
            </p:grpSpPr>
            <p:cxnSp>
              <p:nvCxnSpPr>
                <p:cNvPr id="1081" name="Google Shape;1081;p29"/>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1082" name="Google Shape;1082;p29"/>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1083" name="Google Shape;1083;p29"/>
              <p:cNvSpPr/>
              <p:nvPr/>
            </p:nvSpPr>
            <p:spPr>
              <a:xfrm>
                <a:off x="7635000" y="6263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84" name="Google Shape;1084;p29"/>
              <p:cNvCxnSpPr/>
              <p:nvPr/>
            </p:nvCxnSpPr>
            <p:spPr>
              <a:xfrm>
                <a:off x="7284899" y="809350"/>
                <a:ext cx="213000" cy="0"/>
              </a:xfrm>
              <a:prstGeom prst="straightConnector1">
                <a:avLst/>
              </a:prstGeom>
              <a:noFill/>
              <a:ln cap="flat" cmpd="sng" w="28575">
                <a:solidFill>
                  <a:schemeClr val="dk1"/>
                </a:solidFill>
                <a:prstDash val="solid"/>
                <a:round/>
                <a:headEnd len="med" w="med" type="none"/>
                <a:tailEnd len="med" w="med" type="none"/>
              </a:ln>
            </p:spPr>
          </p:cxnSp>
          <p:cxnSp>
            <p:nvCxnSpPr>
              <p:cNvPr id="1085" name="Google Shape;1085;p29"/>
              <p:cNvCxnSpPr/>
              <p:nvPr/>
            </p:nvCxnSpPr>
            <p:spPr>
              <a:xfrm>
                <a:off x="916188" y="900697"/>
                <a:ext cx="7310400" cy="0"/>
              </a:xfrm>
              <a:prstGeom prst="straightConnector1">
                <a:avLst/>
              </a:prstGeom>
              <a:noFill/>
              <a:ln cap="flat" cmpd="sng" w="28575">
                <a:solidFill>
                  <a:schemeClr val="dk1"/>
                </a:solidFill>
                <a:prstDash val="solid"/>
                <a:round/>
                <a:headEnd len="med" w="med" type="none"/>
                <a:tailEnd len="med" w="med" type="none"/>
              </a:ln>
            </p:spPr>
          </p:cxnSp>
        </p:grpSp>
      </p:grpSp>
      <p:sp>
        <p:nvSpPr>
          <p:cNvPr id="1086" name="Google Shape;1086;p29"/>
          <p:cNvSpPr txBox="1"/>
          <p:nvPr>
            <p:ph type="ctrTitle"/>
          </p:nvPr>
        </p:nvSpPr>
        <p:spPr>
          <a:xfrm>
            <a:off x="1828800" y="1174903"/>
            <a:ext cx="5486400" cy="2469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rgbClr val="191919"/>
              </a:buClr>
              <a:buSzPts val="5200"/>
              <a:buNone/>
              <a:defRPr sz="5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087" name="Google Shape;1087;p29"/>
          <p:cNvSpPr txBox="1"/>
          <p:nvPr>
            <p:ph idx="1" type="subTitle"/>
          </p:nvPr>
        </p:nvSpPr>
        <p:spPr>
          <a:xfrm>
            <a:off x="1828800" y="3877100"/>
            <a:ext cx="5486400" cy="3657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91" name="Shape 1091"/>
        <p:cNvGrpSpPr/>
        <p:nvPr/>
      </p:nvGrpSpPr>
      <p:grpSpPr>
        <a:xfrm>
          <a:off x="0" y="0"/>
          <a:ext cx="0" cy="0"/>
          <a:chOff x="0" y="0"/>
          <a:chExt cx="0" cy="0"/>
        </a:xfrm>
      </p:grpSpPr>
      <p:grpSp>
        <p:nvGrpSpPr>
          <p:cNvPr id="1092" name="Google Shape;1092;p31"/>
          <p:cNvGrpSpPr/>
          <p:nvPr/>
        </p:nvGrpSpPr>
        <p:grpSpPr>
          <a:xfrm>
            <a:off x="-6475" y="2927242"/>
            <a:ext cx="9250200" cy="2229968"/>
            <a:chOff x="-6475" y="2927242"/>
            <a:chExt cx="9250200" cy="2229968"/>
          </a:xfrm>
        </p:grpSpPr>
        <p:grpSp>
          <p:nvGrpSpPr>
            <p:cNvPr id="1093" name="Google Shape;1093;p31"/>
            <p:cNvGrpSpPr/>
            <p:nvPr/>
          </p:nvGrpSpPr>
          <p:grpSpPr>
            <a:xfrm flipH="1">
              <a:off x="5831182" y="2927242"/>
              <a:ext cx="3303413" cy="1672406"/>
              <a:chOff x="-6475" y="2302000"/>
              <a:chExt cx="3303413" cy="1865900"/>
            </a:xfrm>
          </p:grpSpPr>
          <p:sp>
            <p:nvSpPr>
              <p:cNvPr id="1094" name="Google Shape;1094;p31"/>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1"/>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1"/>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31"/>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1"/>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31"/>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1"/>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31"/>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2" name="Google Shape;1102;p31"/>
            <p:cNvGrpSpPr/>
            <p:nvPr/>
          </p:nvGrpSpPr>
          <p:grpSpPr>
            <a:xfrm>
              <a:off x="-6475" y="2927242"/>
              <a:ext cx="3303413" cy="1672406"/>
              <a:chOff x="-6475" y="2302000"/>
              <a:chExt cx="3303413" cy="1865900"/>
            </a:xfrm>
          </p:grpSpPr>
          <p:sp>
            <p:nvSpPr>
              <p:cNvPr id="1103" name="Google Shape;1103;p31"/>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1"/>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31"/>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1"/>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31"/>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31"/>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31"/>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1"/>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1" name="Google Shape;1111;p31"/>
            <p:cNvGrpSpPr/>
            <p:nvPr/>
          </p:nvGrpSpPr>
          <p:grpSpPr>
            <a:xfrm>
              <a:off x="-6475" y="4609669"/>
              <a:ext cx="9250200" cy="547540"/>
              <a:chOff x="-6475" y="4167900"/>
              <a:chExt cx="9250200" cy="988875"/>
            </a:xfrm>
          </p:grpSpPr>
          <p:cxnSp>
            <p:nvCxnSpPr>
              <p:cNvPr id="1112" name="Google Shape;1112;p31"/>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113" name="Google Shape;1113;p31"/>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114" name="Google Shape;1114;p31"/>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115" name="Google Shape;1115;p31"/>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116" name="Google Shape;1116;p31"/>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117" name="Google Shape;1117;p31"/>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118" name="Google Shape;1118;p31"/>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119" name="Google Shape;1119;p31"/>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120" name="Google Shape;1120;p31"/>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121" name="Google Shape;1121;p31"/>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122" name="Google Shape;1122;p31"/>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123" name="Google Shape;1123;p31"/>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124" name="Google Shape;1124;p31"/>
          <p:cNvSpPr txBox="1"/>
          <p:nvPr>
            <p:ph type="ctrTitle"/>
          </p:nvPr>
        </p:nvSpPr>
        <p:spPr>
          <a:xfrm>
            <a:off x="713225" y="525800"/>
            <a:ext cx="6348300" cy="390000"/>
          </a:xfrm>
          <a:prstGeom prst="rect">
            <a:avLst/>
          </a:prstGeom>
        </p:spPr>
        <p:txBody>
          <a:bodyPr anchorCtr="0" anchor="t" bIns="91425" lIns="91425" spcFirstLastPara="1" rIns="91425" wrap="square" tIns="91425">
            <a:noAutofit/>
          </a:bodyPr>
          <a:lstStyle>
            <a:lvl1pPr lvl="0">
              <a:spcBef>
                <a:spcPts val="0"/>
              </a:spcBef>
              <a:spcAft>
                <a:spcPts val="0"/>
              </a:spcAft>
              <a:buClr>
                <a:srgbClr val="191919"/>
              </a:buClr>
              <a:buSzPts val="5200"/>
              <a:buNone/>
              <a:defRPr sz="2300">
                <a:solidFill>
                  <a:schemeClr val="accent1"/>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25" name="Google Shape;1125;p31"/>
          <p:cNvSpPr txBox="1"/>
          <p:nvPr>
            <p:ph idx="1" type="subTitle"/>
          </p:nvPr>
        </p:nvSpPr>
        <p:spPr>
          <a:xfrm>
            <a:off x="922500" y="3723240"/>
            <a:ext cx="4280700" cy="41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700">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26" name="Google Shape;1126;p31"/>
          <p:cNvSpPr txBox="1"/>
          <p:nvPr>
            <p:ph idx="2" type="ctrTitle"/>
          </p:nvPr>
        </p:nvSpPr>
        <p:spPr>
          <a:xfrm>
            <a:off x="713225" y="992000"/>
            <a:ext cx="5293200" cy="2377500"/>
          </a:xfrm>
          <a:prstGeom prst="rect">
            <a:avLst/>
          </a:prstGeom>
        </p:spPr>
        <p:txBody>
          <a:bodyPr anchorCtr="0" anchor="t" bIns="91425" lIns="91425" spcFirstLastPara="1" rIns="91425" wrap="square" tIns="91425">
            <a:noAutofit/>
          </a:bodyPr>
          <a:lstStyle>
            <a:lvl1pPr lvl="0">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27" name="Shape 1127"/>
        <p:cNvGrpSpPr/>
        <p:nvPr/>
      </p:nvGrpSpPr>
      <p:grpSpPr>
        <a:xfrm>
          <a:off x="0" y="0"/>
          <a:ext cx="0" cy="0"/>
          <a:chOff x="0" y="0"/>
          <a:chExt cx="0" cy="0"/>
        </a:xfrm>
      </p:grpSpPr>
      <p:grpSp>
        <p:nvGrpSpPr>
          <p:cNvPr id="1128" name="Google Shape;1128;p32"/>
          <p:cNvGrpSpPr/>
          <p:nvPr/>
        </p:nvGrpSpPr>
        <p:grpSpPr>
          <a:xfrm>
            <a:off x="-6475" y="2927242"/>
            <a:ext cx="9250200" cy="2229968"/>
            <a:chOff x="-6475" y="2927242"/>
            <a:chExt cx="9250200" cy="2229968"/>
          </a:xfrm>
        </p:grpSpPr>
        <p:grpSp>
          <p:nvGrpSpPr>
            <p:cNvPr id="1129" name="Google Shape;1129;p32"/>
            <p:cNvGrpSpPr/>
            <p:nvPr/>
          </p:nvGrpSpPr>
          <p:grpSpPr>
            <a:xfrm flipH="1">
              <a:off x="5831182" y="2927242"/>
              <a:ext cx="3303413" cy="1672406"/>
              <a:chOff x="-6475" y="2302000"/>
              <a:chExt cx="3303413" cy="1865900"/>
            </a:xfrm>
          </p:grpSpPr>
          <p:sp>
            <p:nvSpPr>
              <p:cNvPr id="1130" name="Google Shape;1130;p32"/>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2"/>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2"/>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2"/>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2"/>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2"/>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2"/>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32"/>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8" name="Google Shape;1138;p32"/>
            <p:cNvGrpSpPr/>
            <p:nvPr/>
          </p:nvGrpSpPr>
          <p:grpSpPr>
            <a:xfrm>
              <a:off x="-6475" y="2927242"/>
              <a:ext cx="3303413" cy="1672406"/>
              <a:chOff x="-6475" y="2302000"/>
              <a:chExt cx="3303413" cy="1865900"/>
            </a:xfrm>
          </p:grpSpPr>
          <p:sp>
            <p:nvSpPr>
              <p:cNvPr id="1139" name="Google Shape;1139;p32"/>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2"/>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2"/>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2"/>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32"/>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2"/>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2"/>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2"/>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7" name="Google Shape;1147;p32"/>
            <p:cNvGrpSpPr/>
            <p:nvPr/>
          </p:nvGrpSpPr>
          <p:grpSpPr>
            <a:xfrm>
              <a:off x="-6475" y="4609669"/>
              <a:ext cx="9250200" cy="547540"/>
              <a:chOff x="-6475" y="4167900"/>
              <a:chExt cx="9250200" cy="988875"/>
            </a:xfrm>
          </p:grpSpPr>
          <p:cxnSp>
            <p:nvCxnSpPr>
              <p:cNvPr id="1148" name="Google Shape;1148;p32"/>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149" name="Google Shape;1149;p32"/>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150" name="Google Shape;1150;p32"/>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151" name="Google Shape;1151;p32"/>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152" name="Google Shape;1152;p32"/>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153" name="Google Shape;1153;p32"/>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154" name="Google Shape;1154;p32"/>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155" name="Google Shape;1155;p32"/>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156" name="Google Shape;1156;p32"/>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157" name="Google Shape;1157;p32"/>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158" name="Google Shape;1158;p32"/>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159" name="Google Shape;1159;p32"/>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160" name="Google Shape;1160;p32"/>
          <p:cNvSpPr txBox="1"/>
          <p:nvPr>
            <p:ph type="title"/>
          </p:nvPr>
        </p:nvSpPr>
        <p:spPr>
          <a:xfrm>
            <a:off x="4238225" y="1325037"/>
            <a:ext cx="4184700" cy="812100"/>
          </a:xfrm>
          <a:prstGeom prst="rect">
            <a:avLst/>
          </a:prstGeom>
        </p:spPr>
        <p:txBody>
          <a:bodyPr anchorCtr="0" anchor="ctr" bIns="91425" lIns="91425" spcFirstLastPara="1" rIns="91425" wrap="square" tIns="91425">
            <a:noAutofit/>
          </a:bodyPr>
          <a:lstStyle>
            <a:lvl1pPr lvl="0" algn="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161" name="Google Shape;1161;p32"/>
          <p:cNvSpPr txBox="1"/>
          <p:nvPr>
            <p:ph hasCustomPrompt="1" idx="2" type="title"/>
          </p:nvPr>
        </p:nvSpPr>
        <p:spPr>
          <a:xfrm>
            <a:off x="1328703" y="1393437"/>
            <a:ext cx="1221300" cy="7437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6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162" name="Google Shape;1162;p32"/>
          <p:cNvSpPr txBox="1"/>
          <p:nvPr>
            <p:ph idx="1" type="subTitle"/>
          </p:nvPr>
        </p:nvSpPr>
        <p:spPr>
          <a:xfrm>
            <a:off x="4238225" y="2338425"/>
            <a:ext cx="4032300" cy="4380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600">
                <a:solidFill>
                  <a:schemeClr val="lt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63" name="Shape 1163"/>
        <p:cNvGrpSpPr/>
        <p:nvPr/>
      </p:nvGrpSpPr>
      <p:grpSpPr>
        <a:xfrm>
          <a:off x="0" y="0"/>
          <a:ext cx="0" cy="0"/>
          <a:chOff x="0" y="0"/>
          <a:chExt cx="0" cy="0"/>
        </a:xfrm>
      </p:grpSpPr>
      <p:grpSp>
        <p:nvGrpSpPr>
          <p:cNvPr id="1164" name="Google Shape;1164;p33"/>
          <p:cNvGrpSpPr/>
          <p:nvPr/>
        </p:nvGrpSpPr>
        <p:grpSpPr>
          <a:xfrm>
            <a:off x="-6475" y="2927242"/>
            <a:ext cx="9250200" cy="2229968"/>
            <a:chOff x="-6475" y="2927242"/>
            <a:chExt cx="9250200" cy="2229968"/>
          </a:xfrm>
        </p:grpSpPr>
        <p:grpSp>
          <p:nvGrpSpPr>
            <p:cNvPr id="1165" name="Google Shape;1165;p33"/>
            <p:cNvGrpSpPr/>
            <p:nvPr/>
          </p:nvGrpSpPr>
          <p:grpSpPr>
            <a:xfrm flipH="1">
              <a:off x="5831182" y="2927242"/>
              <a:ext cx="3303413" cy="1672406"/>
              <a:chOff x="-6475" y="2302000"/>
              <a:chExt cx="3303413" cy="1865900"/>
            </a:xfrm>
          </p:grpSpPr>
          <p:sp>
            <p:nvSpPr>
              <p:cNvPr id="1166" name="Google Shape;1166;p33"/>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3"/>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3"/>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3"/>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3"/>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3"/>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3"/>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3"/>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4" name="Google Shape;1174;p33"/>
            <p:cNvGrpSpPr/>
            <p:nvPr/>
          </p:nvGrpSpPr>
          <p:grpSpPr>
            <a:xfrm>
              <a:off x="-6475" y="2927242"/>
              <a:ext cx="3303413" cy="1672406"/>
              <a:chOff x="-6475" y="2302000"/>
              <a:chExt cx="3303413" cy="1865900"/>
            </a:xfrm>
          </p:grpSpPr>
          <p:sp>
            <p:nvSpPr>
              <p:cNvPr id="1175" name="Google Shape;1175;p33"/>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33"/>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3"/>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3"/>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33"/>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33"/>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3"/>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3"/>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3" name="Google Shape;1183;p33"/>
            <p:cNvGrpSpPr/>
            <p:nvPr/>
          </p:nvGrpSpPr>
          <p:grpSpPr>
            <a:xfrm>
              <a:off x="-6475" y="4609669"/>
              <a:ext cx="9250200" cy="547540"/>
              <a:chOff x="-6475" y="4167900"/>
              <a:chExt cx="9250200" cy="988875"/>
            </a:xfrm>
          </p:grpSpPr>
          <p:cxnSp>
            <p:nvCxnSpPr>
              <p:cNvPr id="1184" name="Google Shape;1184;p33"/>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185" name="Google Shape;1185;p33"/>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186" name="Google Shape;1186;p33"/>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187" name="Google Shape;1187;p33"/>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188" name="Google Shape;1188;p33"/>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189" name="Google Shape;1189;p33"/>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190" name="Google Shape;1190;p33"/>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191" name="Google Shape;1191;p33"/>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192" name="Google Shape;1192;p33"/>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193" name="Google Shape;1193;p33"/>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194" name="Google Shape;1194;p33"/>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195" name="Google Shape;1195;p33"/>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196" name="Google Shape;1196;p33"/>
          <p:cNvSpPr txBox="1"/>
          <p:nvPr>
            <p:ph type="title"/>
          </p:nvPr>
        </p:nvSpPr>
        <p:spPr>
          <a:xfrm>
            <a:off x="726775"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97" name="Google Shape;1197;p33"/>
          <p:cNvSpPr txBox="1"/>
          <p:nvPr>
            <p:ph idx="1" type="body"/>
          </p:nvPr>
        </p:nvSpPr>
        <p:spPr>
          <a:xfrm>
            <a:off x="720000" y="1215750"/>
            <a:ext cx="7704000" cy="3257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Barlow Light"/>
              <a:buChar char="●"/>
              <a:defRPr sz="1250"/>
            </a:lvl1pPr>
            <a:lvl2pPr indent="-304800" lvl="1" marL="914400">
              <a:lnSpc>
                <a:spcPct val="100000"/>
              </a:lnSpc>
              <a:spcBef>
                <a:spcPts val="0"/>
              </a:spcBef>
              <a:spcAft>
                <a:spcPts val="0"/>
              </a:spcAft>
              <a:buSzPts val="1200"/>
              <a:buFont typeface="Barlow Light"/>
              <a:buChar char="○"/>
              <a:defRPr sz="1200"/>
            </a:lvl2pPr>
            <a:lvl3pPr indent="-304800" lvl="2" marL="1371600">
              <a:lnSpc>
                <a:spcPct val="100000"/>
              </a:lnSpc>
              <a:spcBef>
                <a:spcPts val="0"/>
              </a:spcBef>
              <a:spcAft>
                <a:spcPts val="0"/>
              </a:spcAft>
              <a:buSzPts val="1200"/>
              <a:buFont typeface="Barlow Light"/>
              <a:buChar char="■"/>
              <a:defRPr/>
            </a:lvl3pPr>
            <a:lvl4pPr indent="-304800" lvl="3" marL="1828800">
              <a:lnSpc>
                <a:spcPct val="100000"/>
              </a:lnSpc>
              <a:spcBef>
                <a:spcPts val="0"/>
              </a:spcBef>
              <a:spcAft>
                <a:spcPts val="0"/>
              </a:spcAft>
              <a:buSzPts val="1200"/>
              <a:buFont typeface="Barlow Light"/>
              <a:buChar char="●"/>
              <a:defRPr/>
            </a:lvl4pPr>
            <a:lvl5pPr indent="-304800" lvl="4" marL="2286000">
              <a:lnSpc>
                <a:spcPct val="100000"/>
              </a:lnSpc>
              <a:spcBef>
                <a:spcPts val="0"/>
              </a:spcBef>
              <a:spcAft>
                <a:spcPts val="0"/>
              </a:spcAft>
              <a:buSzPts val="1200"/>
              <a:buFont typeface="Barlow Light"/>
              <a:buChar char="○"/>
              <a:defRPr/>
            </a:lvl5pPr>
            <a:lvl6pPr indent="-304800" lvl="5" marL="2743200">
              <a:lnSpc>
                <a:spcPct val="100000"/>
              </a:lnSpc>
              <a:spcBef>
                <a:spcPts val="0"/>
              </a:spcBef>
              <a:spcAft>
                <a:spcPts val="0"/>
              </a:spcAft>
              <a:buSzPts val="1200"/>
              <a:buFont typeface="Barlow Light"/>
              <a:buChar char="■"/>
              <a:defRPr/>
            </a:lvl6pPr>
            <a:lvl7pPr indent="-304800" lvl="6" marL="3200400">
              <a:lnSpc>
                <a:spcPct val="100000"/>
              </a:lnSpc>
              <a:spcBef>
                <a:spcPts val="0"/>
              </a:spcBef>
              <a:spcAft>
                <a:spcPts val="0"/>
              </a:spcAft>
              <a:buSzPts val="1200"/>
              <a:buFont typeface="Barlow Light"/>
              <a:buChar char="●"/>
              <a:defRPr/>
            </a:lvl7pPr>
            <a:lvl8pPr indent="-304800" lvl="7" marL="3657600">
              <a:lnSpc>
                <a:spcPct val="100000"/>
              </a:lnSpc>
              <a:spcBef>
                <a:spcPts val="0"/>
              </a:spcBef>
              <a:spcAft>
                <a:spcPts val="0"/>
              </a:spcAft>
              <a:buSzPts val="1200"/>
              <a:buFont typeface="Barlow Light"/>
              <a:buChar char="○"/>
              <a:defRPr/>
            </a:lvl8pPr>
            <a:lvl9pPr indent="-304800" lvl="8" marL="4114800">
              <a:lnSpc>
                <a:spcPct val="100000"/>
              </a:lnSpc>
              <a:spcBef>
                <a:spcPts val="0"/>
              </a:spcBef>
              <a:spcAft>
                <a:spcPts val="0"/>
              </a:spcAft>
              <a:buSzPts val="1200"/>
              <a:buFont typeface="Barlow Light"/>
              <a:buChar char="■"/>
              <a:defRPr/>
            </a:lvl9pPr>
          </a:lstStyle>
          <a:p/>
        </p:txBody>
      </p:sp>
      <p:grpSp>
        <p:nvGrpSpPr>
          <p:cNvPr id="1198" name="Google Shape;1198;p33"/>
          <p:cNvGrpSpPr/>
          <p:nvPr/>
        </p:nvGrpSpPr>
        <p:grpSpPr>
          <a:xfrm>
            <a:off x="107596" y="-37390"/>
            <a:ext cx="8990470" cy="5118232"/>
            <a:chOff x="107596" y="-37390"/>
            <a:chExt cx="8990470" cy="5118232"/>
          </a:xfrm>
        </p:grpSpPr>
        <p:sp>
          <p:nvSpPr>
            <p:cNvPr id="1199" name="Google Shape;1199;p33"/>
            <p:cNvSpPr/>
            <p:nvPr/>
          </p:nvSpPr>
          <p:spPr>
            <a:xfrm rot="1771310">
              <a:off x="171050" y="19077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3"/>
            <p:cNvSpPr/>
            <p:nvPr/>
          </p:nvSpPr>
          <p:spPr>
            <a:xfrm rot="1771310">
              <a:off x="8684675" y="401993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1" name="Google Shape;1201;p33"/>
            <p:cNvPicPr preferRelativeResize="0"/>
            <p:nvPr/>
          </p:nvPicPr>
          <p:blipFill rotWithShape="1">
            <a:blip r:embed="rId2">
              <a:alphaModFix/>
            </a:blip>
            <a:srcRect b="12546" l="28959" r="12546" t="12546"/>
            <a:stretch/>
          </p:blipFill>
          <p:spPr>
            <a:xfrm rot="10800000">
              <a:off x="8198674" y="1784402"/>
              <a:ext cx="726651" cy="596548"/>
            </a:xfrm>
            <a:prstGeom prst="rect">
              <a:avLst/>
            </a:prstGeom>
            <a:noFill/>
            <a:ln>
              <a:noFill/>
            </a:ln>
          </p:spPr>
        </p:pic>
        <p:sp>
          <p:nvSpPr>
            <p:cNvPr id="1202" name="Google Shape;1202;p33"/>
            <p:cNvSpPr/>
            <p:nvPr/>
          </p:nvSpPr>
          <p:spPr>
            <a:xfrm rot="1771310">
              <a:off x="2650250" y="46675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3"/>
            <p:cNvSpPr/>
            <p:nvPr/>
          </p:nvSpPr>
          <p:spPr>
            <a:xfrm rot="1771310">
              <a:off x="5608475" y="1902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4" name="Google Shape;1204;p33"/>
            <p:cNvGrpSpPr/>
            <p:nvPr/>
          </p:nvGrpSpPr>
          <p:grpSpPr>
            <a:xfrm>
              <a:off x="340180" y="-37390"/>
              <a:ext cx="746095" cy="516368"/>
              <a:chOff x="923424" y="1580182"/>
              <a:chExt cx="1171264" cy="810752"/>
            </a:xfrm>
          </p:grpSpPr>
          <p:sp>
            <p:nvSpPr>
              <p:cNvPr id="1205" name="Google Shape;1205;p33"/>
              <p:cNvSpPr/>
              <p:nvPr/>
            </p:nvSpPr>
            <p:spPr>
              <a:xfrm>
                <a:off x="923424" y="1782870"/>
                <a:ext cx="468064" cy="405392"/>
              </a:xfrm>
              <a:custGeom>
                <a:rect b="b" l="l" r="r" t="t"/>
                <a:pathLst>
                  <a:path extrusionOk="0" fill="none" h="25337" w="29254">
                    <a:moveTo>
                      <a:pt x="21942" y="0"/>
                    </a:moveTo>
                    <a:lnTo>
                      <a:pt x="7314" y="0"/>
                    </a:lnTo>
                    <a:lnTo>
                      <a:pt x="0" y="12668"/>
                    </a:lnTo>
                    <a:lnTo>
                      <a:pt x="7314" y="25336"/>
                    </a:lnTo>
                    <a:lnTo>
                      <a:pt x="21942"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3"/>
              <p:cNvSpPr/>
              <p:nvPr/>
            </p:nvSpPr>
            <p:spPr>
              <a:xfrm>
                <a:off x="1626624" y="1782870"/>
                <a:ext cx="468064" cy="405392"/>
              </a:xfrm>
              <a:custGeom>
                <a:rect b="b" l="l" r="r" t="t"/>
                <a:pathLst>
                  <a:path extrusionOk="0" fill="none" h="25337" w="29254">
                    <a:moveTo>
                      <a:pt x="21940" y="0"/>
                    </a:moveTo>
                    <a:lnTo>
                      <a:pt x="7314" y="0"/>
                    </a:lnTo>
                    <a:lnTo>
                      <a:pt x="0" y="12668"/>
                    </a:lnTo>
                    <a:lnTo>
                      <a:pt x="7314" y="25336"/>
                    </a:lnTo>
                    <a:lnTo>
                      <a:pt x="21940"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33"/>
              <p:cNvSpPr/>
              <p:nvPr/>
            </p:nvSpPr>
            <p:spPr>
              <a:xfrm>
                <a:off x="1274896" y="1580182"/>
                <a:ext cx="468096" cy="405392"/>
              </a:xfrm>
              <a:custGeom>
                <a:rect b="b" l="l" r="r" t="t"/>
                <a:pathLst>
                  <a:path extrusionOk="0" fill="none" h="25337" w="29256">
                    <a:moveTo>
                      <a:pt x="21942" y="1"/>
                    </a:moveTo>
                    <a:lnTo>
                      <a:pt x="7314" y="1"/>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33"/>
              <p:cNvSpPr/>
              <p:nvPr/>
            </p:nvSpPr>
            <p:spPr>
              <a:xfrm>
                <a:off x="1274896" y="1985558"/>
                <a:ext cx="468096" cy="405376"/>
              </a:xfrm>
              <a:custGeom>
                <a:rect b="b" l="l" r="r" t="t"/>
                <a:pathLst>
                  <a:path extrusionOk="0" fill="none" h="25336" w="29256">
                    <a:moveTo>
                      <a:pt x="21942" y="0"/>
                    </a:moveTo>
                    <a:lnTo>
                      <a:pt x="7314" y="0"/>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09" name="Shape 1209"/>
        <p:cNvGrpSpPr/>
        <p:nvPr/>
      </p:nvGrpSpPr>
      <p:grpSpPr>
        <a:xfrm>
          <a:off x="0" y="0"/>
          <a:ext cx="0" cy="0"/>
          <a:chOff x="0" y="0"/>
          <a:chExt cx="0" cy="0"/>
        </a:xfrm>
      </p:grpSpPr>
      <p:grpSp>
        <p:nvGrpSpPr>
          <p:cNvPr id="1210" name="Google Shape;1210;p34"/>
          <p:cNvGrpSpPr/>
          <p:nvPr/>
        </p:nvGrpSpPr>
        <p:grpSpPr>
          <a:xfrm>
            <a:off x="-6475" y="2927242"/>
            <a:ext cx="9250200" cy="2229968"/>
            <a:chOff x="-6475" y="2927242"/>
            <a:chExt cx="9250200" cy="2229968"/>
          </a:xfrm>
        </p:grpSpPr>
        <p:grpSp>
          <p:nvGrpSpPr>
            <p:cNvPr id="1211" name="Google Shape;1211;p34"/>
            <p:cNvGrpSpPr/>
            <p:nvPr/>
          </p:nvGrpSpPr>
          <p:grpSpPr>
            <a:xfrm flipH="1">
              <a:off x="5831182" y="2927242"/>
              <a:ext cx="3303413" cy="1672498"/>
              <a:chOff x="-6475" y="2302000"/>
              <a:chExt cx="3303413" cy="1866002"/>
            </a:xfrm>
          </p:grpSpPr>
          <p:sp>
            <p:nvSpPr>
              <p:cNvPr id="1212" name="Google Shape;1212;p34"/>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4"/>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34"/>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4"/>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4"/>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4"/>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34"/>
              <p:cNvSpPr/>
              <p:nvPr/>
            </p:nvSpPr>
            <p:spPr>
              <a:xfrm>
                <a:off x="2568895" y="3278202"/>
                <a:ext cx="298800" cy="889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4"/>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0" name="Google Shape;1220;p34"/>
            <p:cNvGrpSpPr/>
            <p:nvPr/>
          </p:nvGrpSpPr>
          <p:grpSpPr>
            <a:xfrm>
              <a:off x="-6475" y="2927242"/>
              <a:ext cx="3303413" cy="1672498"/>
              <a:chOff x="-6475" y="2302000"/>
              <a:chExt cx="3303413" cy="1866002"/>
            </a:xfrm>
          </p:grpSpPr>
          <p:sp>
            <p:nvSpPr>
              <p:cNvPr id="1221" name="Google Shape;1221;p34"/>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4"/>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4"/>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4"/>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34"/>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4"/>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4"/>
              <p:cNvSpPr/>
              <p:nvPr/>
            </p:nvSpPr>
            <p:spPr>
              <a:xfrm>
                <a:off x="2568900" y="3278202"/>
                <a:ext cx="298800" cy="889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34"/>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9" name="Google Shape;1229;p34"/>
            <p:cNvGrpSpPr/>
            <p:nvPr/>
          </p:nvGrpSpPr>
          <p:grpSpPr>
            <a:xfrm>
              <a:off x="-6475" y="4609669"/>
              <a:ext cx="9250200" cy="547540"/>
              <a:chOff x="-6475" y="4167900"/>
              <a:chExt cx="9250200" cy="988875"/>
            </a:xfrm>
          </p:grpSpPr>
          <p:cxnSp>
            <p:nvCxnSpPr>
              <p:cNvPr id="1230" name="Google Shape;1230;p34"/>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231" name="Google Shape;1231;p34"/>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232" name="Google Shape;1232;p34"/>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233" name="Google Shape;1233;p34"/>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234" name="Google Shape;1234;p34"/>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235" name="Google Shape;1235;p34"/>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236" name="Google Shape;1236;p34"/>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237" name="Google Shape;1237;p34"/>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238" name="Google Shape;1238;p34"/>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239" name="Google Shape;1239;p34"/>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240" name="Google Shape;1240;p34"/>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241" name="Google Shape;1241;p34"/>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242" name="Google Shape;1242;p3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243" name="Google Shape;1243;p34"/>
          <p:cNvSpPr txBox="1"/>
          <p:nvPr>
            <p:ph idx="1" type="subTitle"/>
          </p:nvPr>
        </p:nvSpPr>
        <p:spPr>
          <a:xfrm>
            <a:off x="5067663" y="3843786"/>
            <a:ext cx="22089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44" name="Google Shape;1244;p34"/>
          <p:cNvSpPr txBox="1"/>
          <p:nvPr>
            <p:ph idx="2" type="subTitle"/>
          </p:nvPr>
        </p:nvSpPr>
        <p:spPr>
          <a:xfrm>
            <a:off x="1867426" y="3843786"/>
            <a:ext cx="22089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45" name="Google Shape;1245;p34"/>
          <p:cNvSpPr txBox="1"/>
          <p:nvPr>
            <p:ph idx="3" type="subTitle"/>
          </p:nvPr>
        </p:nvSpPr>
        <p:spPr>
          <a:xfrm>
            <a:off x="5067663" y="3385125"/>
            <a:ext cx="2208900" cy="572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700">
                <a:solidFill>
                  <a:schemeClr val="dk1"/>
                </a:solidFill>
                <a:latin typeface="Secular One"/>
                <a:ea typeface="Secular One"/>
                <a:cs typeface="Secular One"/>
                <a:sym typeface="Secular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46" name="Google Shape;1246;p34"/>
          <p:cNvSpPr txBox="1"/>
          <p:nvPr>
            <p:ph idx="4" type="subTitle"/>
          </p:nvPr>
        </p:nvSpPr>
        <p:spPr>
          <a:xfrm>
            <a:off x="1867426" y="3385125"/>
            <a:ext cx="2208900" cy="572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700">
                <a:solidFill>
                  <a:schemeClr val="dk1"/>
                </a:solidFill>
                <a:latin typeface="Secular One"/>
                <a:ea typeface="Secular One"/>
                <a:cs typeface="Secular One"/>
                <a:sym typeface="Secular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1247" name="Google Shape;1247;p34"/>
          <p:cNvGrpSpPr/>
          <p:nvPr/>
        </p:nvGrpSpPr>
        <p:grpSpPr>
          <a:xfrm>
            <a:off x="910021" y="62647"/>
            <a:ext cx="7759170" cy="4779770"/>
            <a:chOff x="910021" y="62647"/>
            <a:chExt cx="7759170" cy="4779770"/>
          </a:xfrm>
        </p:grpSpPr>
        <p:sp>
          <p:nvSpPr>
            <p:cNvPr id="1248" name="Google Shape;1248;p34"/>
            <p:cNvSpPr/>
            <p:nvPr/>
          </p:nvSpPr>
          <p:spPr>
            <a:xfrm rot="1771310">
              <a:off x="8255800" y="42713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4"/>
            <p:cNvSpPr/>
            <p:nvPr/>
          </p:nvSpPr>
          <p:spPr>
            <a:xfrm rot="1771310">
              <a:off x="1930850" y="1261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4"/>
            <p:cNvSpPr/>
            <p:nvPr/>
          </p:nvSpPr>
          <p:spPr>
            <a:xfrm rot="1771310">
              <a:off x="973475" y="44290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51" name="Shape 1251"/>
        <p:cNvGrpSpPr/>
        <p:nvPr/>
      </p:nvGrpSpPr>
      <p:grpSpPr>
        <a:xfrm>
          <a:off x="0" y="0"/>
          <a:ext cx="0" cy="0"/>
          <a:chOff x="0" y="0"/>
          <a:chExt cx="0" cy="0"/>
        </a:xfrm>
      </p:grpSpPr>
      <p:grpSp>
        <p:nvGrpSpPr>
          <p:cNvPr id="1252" name="Google Shape;1252;p35"/>
          <p:cNvGrpSpPr/>
          <p:nvPr/>
        </p:nvGrpSpPr>
        <p:grpSpPr>
          <a:xfrm>
            <a:off x="-6475" y="2927242"/>
            <a:ext cx="9250200" cy="2229968"/>
            <a:chOff x="-6475" y="2927242"/>
            <a:chExt cx="9250200" cy="2229968"/>
          </a:xfrm>
        </p:grpSpPr>
        <p:grpSp>
          <p:nvGrpSpPr>
            <p:cNvPr id="1253" name="Google Shape;1253;p35"/>
            <p:cNvGrpSpPr/>
            <p:nvPr/>
          </p:nvGrpSpPr>
          <p:grpSpPr>
            <a:xfrm flipH="1">
              <a:off x="5831182" y="2927242"/>
              <a:ext cx="3303413" cy="1672406"/>
              <a:chOff x="-6475" y="2302000"/>
              <a:chExt cx="3303413" cy="1865900"/>
            </a:xfrm>
          </p:grpSpPr>
          <p:sp>
            <p:nvSpPr>
              <p:cNvPr id="1254" name="Google Shape;1254;p35"/>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5"/>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5"/>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35"/>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5"/>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35"/>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35"/>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5"/>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2" name="Google Shape;1262;p35"/>
            <p:cNvGrpSpPr/>
            <p:nvPr/>
          </p:nvGrpSpPr>
          <p:grpSpPr>
            <a:xfrm>
              <a:off x="-6475" y="2927242"/>
              <a:ext cx="3303413" cy="1672406"/>
              <a:chOff x="-6475" y="2302000"/>
              <a:chExt cx="3303413" cy="1865900"/>
            </a:xfrm>
          </p:grpSpPr>
          <p:sp>
            <p:nvSpPr>
              <p:cNvPr id="1263" name="Google Shape;1263;p35"/>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5"/>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5"/>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5"/>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5"/>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5"/>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5"/>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5"/>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1" name="Google Shape;1271;p35"/>
            <p:cNvGrpSpPr/>
            <p:nvPr/>
          </p:nvGrpSpPr>
          <p:grpSpPr>
            <a:xfrm>
              <a:off x="-6475" y="4609669"/>
              <a:ext cx="9250200" cy="547540"/>
              <a:chOff x="-6475" y="4167900"/>
              <a:chExt cx="9250200" cy="988875"/>
            </a:xfrm>
          </p:grpSpPr>
          <p:cxnSp>
            <p:nvCxnSpPr>
              <p:cNvPr id="1272" name="Google Shape;1272;p35"/>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273" name="Google Shape;1273;p35"/>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274" name="Google Shape;1274;p35"/>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275" name="Google Shape;1275;p35"/>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276" name="Google Shape;1276;p35"/>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277" name="Google Shape;1277;p35"/>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278" name="Google Shape;1278;p35"/>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279" name="Google Shape;1279;p35"/>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280" name="Google Shape;1280;p35"/>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281" name="Google Shape;1281;p35"/>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282" name="Google Shape;1282;p35"/>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283" name="Google Shape;1283;p35"/>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284" name="Google Shape;1284;p3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285" name="Google Shape;1285;p35"/>
          <p:cNvGrpSpPr/>
          <p:nvPr/>
        </p:nvGrpSpPr>
        <p:grpSpPr>
          <a:xfrm>
            <a:off x="-213729" y="-163478"/>
            <a:ext cx="9457454" cy="4033703"/>
            <a:chOff x="-213729" y="-163478"/>
            <a:chExt cx="9457454" cy="4033703"/>
          </a:xfrm>
        </p:grpSpPr>
        <p:sp>
          <p:nvSpPr>
            <p:cNvPr id="1286" name="Google Shape;1286;p35"/>
            <p:cNvSpPr/>
            <p:nvPr/>
          </p:nvSpPr>
          <p:spPr>
            <a:xfrm rot="1771310">
              <a:off x="7280225" y="-99962"/>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5"/>
            <p:cNvSpPr/>
            <p:nvPr/>
          </p:nvSpPr>
          <p:spPr>
            <a:xfrm rot="1771310">
              <a:off x="-150275" y="25950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88" name="Google Shape;1288;p35"/>
            <p:cNvPicPr preferRelativeResize="0"/>
            <p:nvPr/>
          </p:nvPicPr>
          <p:blipFill rotWithShape="1">
            <a:blip r:embed="rId2">
              <a:alphaModFix/>
            </a:blip>
            <a:srcRect b="12546" l="28959" r="12546" t="12546"/>
            <a:stretch/>
          </p:blipFill>
          <p:spPr>
            <a:xfrm rot="10800000">
              <a:off x="8517074" y="3273677"/>
              <a:ext cx="726651" cy="596548"/>
            </a:xfrm>
            <a:prstGeom prst="rect">
              <a:avLst/>
            </a:prstGeom>
            <a:noFill/>
            <a:ln>
              <a:noFill/>
            </a:ln>
          </p:spPr>
        </p:pic>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89" name="Shape 1289"/>
        <p:cNvGrpSpPr/>
        <p:nvPr/>
      </p:nvGrpSpPr>
      <p:grpSpPr>
        <a:xfrm>
          <a:off x="0" y="0"/>
          <a:ext cx="0" cy="0"/>
          <a:chOff x="0" y="0"/>
          <a:chExt cx="0" cy="0"/>
        </a:xfrm>
      </p:grpSpPr>
      <p:grpSp>
        <p:nvGrpSpPr>
          <p:cNvPr id="1290" name="Google Shape;1290;p36"/>
          <p:cNvGrpSpPr/>
          <p:nvPr/>
        </p:nvGrpSpPr>
        <p:grpSpPr>
          <a:xfrm>
            <a:off x="-6475" y="2927242"/>
            <a:ext cx="9250200" cy="2229968"/>
            <a:chOff x="-6475" y="2927242"/>
            <a:chExt cx="9250200" cy="2229968"/>
          </a:xfrm>
        </p:grpSpPr>
        <p:grpSp>
          <p:nvGrpSpPr>
            <p:cNvPr id="1291" name="Google Shape;1291;p36"/>
            <p:cNvGrpSpPr/>
            <p:nvPr/>
          </p:nvGrpSpPr>
          <p:grpSpPr>
            <a:xfrm flipH="1">
              <a:off x="5831182" y="2927242"/>
              <a:ext cx="3303413" cy="1672406"/>
              <a:chOff x="-6475" y="2302000"/>
              <a:chExt cx="3303413" cy="1865900"/>
            </a:xfrm>
          </p:grpSpPr>
          <p:sp>
            <p:nvSpPr>
              <p:cNvPr id="1292" name="Google Shape;1292;p36"/>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36"/>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36"/>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36"/>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6"/>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6"/>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6"/>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6"/>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0" name="Google Shape;1300;p36"/>
            <p:cNvGrpSpPr/>
            <p:nvPr/>
          </p:nvGrpSpPr>
          <p:grpSpPr>
            <a:xfrm>
              <a:off x="-6475" y="2927242"/>
              <a:ext cx="3303413" cy="1672406"/>
              <a:chOff x="-6475" y="2302000"/>
              <a:chExt cx="3303413" cy="1865900"/>
            </a:xfrm>
          </p:grpSpPr>
          <p:sp>
            <p:nvSpPr>
              <p:cNvPr id="1301" name="Google Shape;1301;p36"/>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6"/>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6"/>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6"/>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6"/>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6"/>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6"/>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6"/>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9" name="Google Shape;1309;p36"/>
            <p:cNvGrpSpPr/>
            <p:nvPr/>
          </p:nvGrpSpPr>
          <p:grpSpPr>
            <a:xfrm>
              <a:off x="-6475" y="4609669"/>
              <a:ext cx="9250200" cy="547540"/>
              <a:chOff x="-6475" y="4167900"/>
              <a:chExt cx="9250200" cy="988875"/>
            </a:xfrm>
          </p:grpSpPr>
          <p:cxnSp>
            <p:nvCxnSpPr>
              <p:cNvPr id="1310" name="Google Shape;1310;p36"/>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311" name="Google Shape;1311;p36"/>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312" name="Google Shape;1312;p36"/>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313" name="Google Shape;1313;p36"/>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314" name="Google Shape;1314;p36"/>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315" name="Google Shape;1315;p36"/>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316" name="Google Shape;1316;p36"/>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317" name="Google Shape;1317;p36"/>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318" name="Google Shape;1318;p36"/>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319" name="Google Shape;1319;p36"/>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320" name="Google Shape;1320;p36"/>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321" name="Google Shape;1321;p36"/>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322" name="Google Shape;1322;p36"/>
          <p:cNvSpPr txBox="1"/>
          <p:nvPr>
            <p:ph type="title"/>
          </p:nvPr>
        </p:nvSpPr>
        <p:spPr>
          <a:xfrm>
            <a:off x="723325" y="539500"/>
            <a:ext cx="4602600" cy="11994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323" name="Google Shape;1323;p36"/>
          <p:cNvSpPr txBox="1"/>
          <p:nvPr>
            <p:ph idx="1" type="subTitle"/>
          </p:nvPr>
        </p:nvSpPr>
        <p:spPr>
          <a:xfrm>
            <a:off x="720000" y="1738900"/>
            <a:ext cx="4602600" cy="1984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Font typeface="Barlow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grpSp>
        <p:nvGrpSpPr>
          <p:cNvPr id="1324" name="Google Shape;1324;p36"/>
          <p:cNvGrpSpPr/>
          <p:nvPr/>
        </p:nvGrpSpPr>
        <p:grpSpPr>
          <a:xfrm>
            <a:off x="2367796" y="-196653"/>
            <a:ext cx="7063013" cy="4638545"/>
            <a:chOff x="2367796" y="-196653"/>
            <a:chExt cx="7063013" cy="4638545"/>
          </a:xfrm>
        </p:grpSpPr>
        <p:sp>
          <p:nvSpPr>
            <p:cNvPr id="1325" name="Google Shape;1325;p36"/>
            <p:cNvSpPr/>
            <p:nvPr/>
          </p:nvSpPr>
          <p:spPr>
            <a:xfrm rot="1771310">
              <a:off x="2431250" y="-1331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6"/>
            <p:cNvSpPr/>
            <p:nvPr/>
          </p:nvSpPr>
          <p:spPr>
            <a:xfrm rot="1771310">
              <a:off x="8643475" y="40285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7" name="Google Shape;1327;p36"/>
            <p:cNvPicPr preferRelativeResize="0"/>
            <p:nvPr/>
          </p:nvPicPr>
          <p:blipFill rotWithShape="1">
            <a:blip r:embed="rId2">
              <a:alphaModFix/>
            </a:blip>
            <a:srcRect b="12546" l="28959" r="12546" t="12546"/>
            <a:stretch/>
          </p:blipFill>
          <p:spPr>
            <a:xfrm rot="-2524089">
              <a:off x="8597923" y="931801"/>
              <a:ext cx="726650" cy="596548"/>
            </a:xfrm>
            <a:prstGeom prst="rect">
              <a:avLst/>
            </a:prstGeom>
            <a:noFill/>
            <a:ln>
              <a:noFill/>
            </a:ln>
          </p:spPr>
        </p:pic>
      </p:grpSp>
      <p:sp>
        <p:nvSpPr>
          <p:cNvPr id="1328" name="Google Shape;1328;p36"/>
          <p:cNvSpPr/>
          <p:nvPr/>
        </p:nvSpPr>
        <p:spPr>
          <a:xfrm rot="1771233">
            <a:off x="5380874" y="1566740"/>
            <a:ext cx="3479443" cy="3478241"/>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29" name="Shape 1329"/>
        <p:cNvGrpSpPr/>
        <p:nvPr/>
      </p:nvGrpSpPr>
      <p:grpSpPr>
        <a:xfrm>
          <a:off x="0" y="0"/>
          <a:ext cx="0" cy="0"/>
          <a:chOff x="0" y="0"/>
          <a:chExt cx="0" cy="0"/>
        </a:xfrm>
      </p:grpSpPr>
      <p:grpSp>
        <p:nvGrpSpPr>
          <p:cNvPr id="1330" name="Google Shape;1330;p37"/>
          <p:cNvGrpSpPr/>
          <p:nvPr/>
        </p:nvGrpSpPr>
        <p:grpSpPr>
          <a:xfrm>
            <a:off x="-6475" y="2927242"/>
            <a:ext cx="9250200" cy="2229968"/>
            <a:chOff x="-6475" y="2927242"/>
            <a:chExt cx="9250200" cy="2229968"/>
          </a:xfrm>
        </p:grpSpPr>
        <p:grpSp>
          <p:nvGrpSpPr>
            <p:cNvPr id="1331" name="Google Shape;1331;p37"/>
            <p:cNvGrpSpPr/>
            <p:nvPr/>
          </p:nvGrpSpPr>
          <p:grpSpPr>
            <a:xfrm flipH="1">
              <a:off x="5831182" y="2927242"/>
              <a:ext cx="3303413" cy="1672406"/>
              <a:chOff x="-6475" y="2302000"/>
              <a:chExt cx="3303413" cy="1865900"/>
            </a:xfrm>
          </p:grpSpPr>
          <p:sp>
            <p:nvSpPr>
              <p:cNvPr id="1332" name="Google Shape;1332;p37"/>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37"/>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37"/>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37"/>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7"/>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7"/>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7"/>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37"/>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0" name="Google Shape;1340;p37"/>
            <p:cNvGrpSpPr/>
            <p:nvPr/>
          </p:nvGrpSpPr>
          <p:grpSpPr>
            <a:xfrm>
              <a:off x="-6475" y="2927242"/>
              <a:ext cx="3303413" cy="1672406"/>
              <a:chOff x="-6475" y="2302000"/>
              <a:chExt cx="3303413" cy="1865900"/>
            </a:xfrm>
          </p:grpSpPr>
          <p:sp>
            <p:nvSpPr>
              <p:cNvPr id="1341" name="Google Shape;1341;p37"/>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7"/>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7"/>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7"/>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7"/>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7"/>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7"/>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37"/>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9" name="Google Shape;1349;p37"/>
            <p:cNvGrpSpPr/>
            <p:nvPr/>
          </p:nvGrpSpPr>
          <p:grpSpPr>
            <a:xfrm>
              <a:off x="-6475" y="4609669"/>
              <a:ext cx="9250200" cy="547540"/>
              <a:chOff x="-6475" y="4167900"/>
              <a:chExt cx="9250200" cy="988875"/>
            </a:xfrm>
          </p:grpSpPr>
          <p:cxnSp>
            <p:nvCxnSpPr>
              <p:cNvPr id="1350" name="Google Shape;1350;p37"/>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351" name="Google Shape;1351;p37"/>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352" name="Google Shape;1352;p37"/>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353" name="Google Shape;1353;p37"/>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354" name="Google Shape;1354;p37"/>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355" name="Google Shape;1355;p37"/>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356" name="Google Shape;1356;p37"/>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357" name="Google Shape;1357;p37"/>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358" name="Google Shape;1358;p37"/>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359" name="Google Shape;1359;p37"/>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360" name="Google Shape;1360;p37"/>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361" name="Google Shape;1361;p37"/>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362" name="Google Shape;1362;p37"/>
          <p:cNvSpPr txBox="1"/>
          <p:nvPr>
            <p:ph type="title"/>
          </p:nvPr>
        </p:nvSpPr>
        <p:spPr>
          <a:xfrm>
            <a:off x="719988" y="754313"/>
            <a:ext cx="5797500" cy="22875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4800"/>
              <a:buNone/>
              <a:defRPr sz="9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363" name="Google Shape;1363;p37"/>
          <p:cNvGrpSpPr/>
          <p:nvPr/>
        </p:nvGrpSpPr>
        <p:grpSpPr>
          <a:xfrm>
            <a:off x="66224" y="-220453"/>
            <a:ext cx="6082317" cy="5062870"/>
            <a:chOff x="66224" y="-220453"/>
            <a:chExt cx="6082317" cy="5062870"/>
          </a:xfrm>
        </p:grpSpPr>
        <p:sp>
          <p:nvSpPr>
            <p:cNvPr id="1364" name="Google Shape;1364;p37"/>
            <p:cNvSpPr/>
            <p:nvPr/>
          </p:nvSpPr>
          <p:spPr>
            <a:xfrm rot="1771310">
              <a:off x="5735150" y="-1569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7"/>
            <p:cNvSpPr/>
            <p:nvPr/>
          </p:nvSpPr>
          <p:spPr>
            <a:xfrm rot="1771310">
              <a:off x="4397025" y="44290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7"/>
            <p:cNvSpPr/>
            <p:nvPr/>
          </p:nvSpPr>
          <p:spPr>
            <a:xfrm rot="1771310">
              <a:off x="306600" y="2649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67" name="Google Shape;1367;p37"/>
            <p:cNvPicPr preferRelativeResize="0"/>
            <p:nvPr/>
          </p:nvPicPr>
          <p:blipFill rotWithShape="1">
            <a:blip r:embed="rId2">
              <a:alphaModFix/>
            </a:blip>
            <a:srcRect b="12546" l="28959" r="12546" t="12546"/>
            <a:stretch/>
          </p:blipFill>
          <p:spPr>
            <a:xfrm rot="10800000">
              <a:off x="66224" y="2764527"/>
              <a:ext cx="726651" cy="596548"/>
            </a:xfrm>
            <a:prstGeom prst="rect">
              <a:avLst/>
            </a:prstGeom>
            <a:noFill/>
            <a:ln>
              <a:noFill/>
            </a:ln>
          </p:spPr>
        </p:pic>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68" name="Shape 1368"/>
        <p:cNvGrpSpPr/>
        <p:nvPr/>
      </p:nvGrpSpPr>
      <p:grpSpPr>
        <a:xfrm>
          <a:off x="0" y="0"/>
          <a:ext cx="0" cy="0"/>
          <a:chOff x="0" y="0"/>
          <a:chExt cx="0" cy="0"/>
        </a:xfrm>
      </p:grpSpPr>
      <p:grpSp>
        <p:nvGrpSpPr>
          <p:cNvPr id="1369" name="Google Shape;1369;p38"/>
          <p:cNvGrpSpPr/>
          <p:nvPr/>
        </p:nvGrpSpPr>
        <p:grpSpPr>
          <a:xfrm>
            <a:off x="-6475" y="2927242"/>
            <a:ext cx="9250200" cy="2229968"/>
            <a:chOff x="-6475" y="2927242"/>
            <a:chExt cx="9250200" cy="2229968"/>
          </a:xfrm>
        </p:grpSpPr>
        <p:grpSp>
          <p:nvGrpSpPr>
            <p:cNvPr id="1370" name="Google Shape;1370;p38"/>
            <p:cNvGrpSpPr/>
            <p:nvPr/>
          </p:nvGrpSpPr>
          <p:grpSpPr>
            <a:xfrm flipH="1">
              <a:off x="5831182" y="2927242"/>
              <a:ext cx="3303413" cy="1672406"/>
              <a:chOff x="-6475" y="2302000"/>
              <a:chExt cx="3303413" cy="1865900"/>
            </a:xfrm>
          </p:grpSpPr>
          <p:sp>
            <p:nvSpPr>
              <p:cNvPr id="1371" name="Google Shape;1371;p38"/>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8"/>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8"/>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8"/>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8"/>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8"/>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8"/>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8"/>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9" name="Google Shape;1379;p38"/>
            <p:cNvGrpSpPr/>
            <p:nvPr/>
          </p:nvGrpSpPr>
          <p:grpSpPr>
            <a:xfrm>
              <a:off x="-6475" y="2927242"/>
              <a:ext cx="3303413" cy="1672406"/>
              <a:chOff x="-6475" y="2302000"/>
              <a:chExt cx="3303413" cy="1865900"/>
            </a:xfrm>
          </p:grpSpPr>
          <p:sp>
            <p:nvSpPr>
              <p:cNvPr id="1380" name="Google Shape;1380;p38"/>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8"/>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8"/>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38"/>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8"/>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38"/>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8"/>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38"/>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8" name="Google Shape;1388;p38"/>
            <p:cNvGrpSpPr/>
            <p:nvPr/>
          </p:nvGrpSpPr>
          <p:grpSpPr>
            <a:xfrm>
              <a:off x="-6475" y="4609669"/>
              <a:ext cx="9250200" cy="547540"/>
              <a:chOff x="-6475" y="4167900"/>
              <a:chExt cx="9250200" cy="988875"/>
            </a:xfrm>
          </p:grpSpPr>
          <p:cxnSp>
            <p:nvCxnSpPr>
              <p:cNvPr id="1389" name="Google Shape;1389;p38"/>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390" name="Google Shape;1390;p38"/>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391" name="Google Shape;1391;p38"/>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392" name="Google Shape;1392;p38"/>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393" name="Google Shape;1393;p38"/>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394" name="Google Shape;1394;p38"/>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395" name="Google Shape;1395;p38"/>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396" name="Google Shape;1396;p38"/>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397" name="Google Shape;1397;p38"/>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398" name="Google Shape;1398;p38"/>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399" name="Google Shape;1399;p38"/>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400" name="Google Shape;1400;p38"/>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401" name="Google Shape;1401;p38"/>
          <p:cNvSpPr txBox="1"/>
          <p:nvPr>
            <p:ph type="title"/>
          </p:nvPr>
        </p:nvSpPr>
        <p:spPr>
          <a:xfrm>
            <a:off x="713225" y="1472700"/>
            <a:ext cx="4458900" cy="1356000"/>
          </a:xfrm>
          <a:prstGeom prst="rect">
            <a:avLst/>
          </a:prstGeom>
        </p:spPr>
        <p:txBody>
          <a:bodyPr anchorCtr="0" anchor="ctr" bIns="91425" lIns="91425" spcFirstLastPara="1" rIns="91425" wrap="square" tIns="91425">
            <a:noAutofit/>
          </a:bodyPr>
          <a:lstStyle>
            <a:lvl1pPr lvl="0">
              <a:spcBef>
                <a:spcPts val="0"/>
              </a:spcBef>
              <a:spcAft>
                <a:spcPts val="0"/>
              </a:spcAft>
              <a:buSzPts val="3500"/>
              <a:buNone/>
              <a:defRPr sz="98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402" name="Google Shape;1402;p38"/>
          <p:cNvSpPr txBox="1"/>
          <p:nvPr>
            <p:ph idx="1" type="subTitle"/>
          </p:nvPr>
        </p:nvSpPr>
        <p:spPr>
          <a:xfrm>
            <a:off x="886509" y="2980525"/>
            <a:ext cx="4285500" cy="589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600">
                <a:solidFill>
                  <a:schemeClr val="lt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403" name="Google Shape;1403;p38"/>
          <p:cNvGrpSpPr/>
          <p:nvPr/>
        </p:nvGrpSpPr>
        <p:grpSpPr>
          <a:xfrm>
            <a:off x="1080609" y="-196653"/>
            <a:ext cx="7952267" cy="5135645"/>
            <a:chOff x="1080609" y="-196653"/>
            <a:chExt cx="7952267" cy="5135645"/>
          </a:xfrm>
        </p:grpSpPr>
        <p:sp>
          <p:nvSpPr>
            <p:cNvPr id="1404" name="Google Shape;1404;p38"/>
            <p:cNvSpPr/>
            <p:nvPr/>
          </p:nvSpPr>
          <p:spPr>
            <a:xfrm rot="1771310">
              <a:off x="8255800" y="-55562"/>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8"/>
            <p:cNvSpPr/>
            <p:nvPr/>
          </p:nvSpPr>
          <p:spPr>
            <a:xfrm rot="1771310">
              <a:off x="2431250" y="-1331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38"/>
            <p:cNvSpPr/>
            <p:nvPr/>
          </p:nvSpPr>
          <p:spPr>
            <a:xfrm rot="1771310">
              <a:off x="1144063" y="45256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07" name="Google Shape;1407;p38"/>
            <p:cNvPicPr preferRelativeResize="0"/>
            <p:nvPr/>
          </p:nvPicPr>
          <p:blipFill rotWithShape="1">
            <a:blip r:embed="rId2">
              <a:alphaModFix/>
            </a:blip>
            <a:srcRect b="12546" l="28959" r="12546" t="12546"/>
            <a:stretch/>
          </p:blipFill>
          <p:spPr>
            <a:xfrm rot="10800000">
              <a:off x="8306224" y="1180952"/>
              <a:ext cx="726651" cy="596548"/>
            </a:xfrm>
            <a:prstGeom prst="rect">
              <a:avLst/>
            </a:prstGeom>
            <a:noFill/>
            <a:ln>
              <a:noFill/>
            </a:ln>
          </p:spPr>
        </p:pic>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08" name="Shape 1408"/>
        <p:cNvGrpSpPr/>
        <p:nvPr/>
      </p:nvGrpSpPr>
      <p:grpSpPr>
        <a:xfrm>
          <a:off x="0" y="0"/>
          <a:ext cx="0" cy="0"/>
          <a:chOff x="0" y="0"/>
          <a:chExt cx="0" cy="0"/>
        </a:xfrm>
      </p:grpSpPr>
      <p:sp>
        <p:nvSpPr>
          <p:cNvPr id="1409" name="Google Shape;1409;p39"/>
          <p:cNvSpPr txBox="1"/>
          <p:nvPr>
            <p:ph type="title"/>
          </p:nvPr>
        </p:nvSpPr>
        <p:spPr>
          <a:xfrm>
            <a:off x="713225" y="539500"/>
            <a:ext cx="5838000" cy="1179300"/>
          </a:xfrm>
          <a:prstGeom prst="rect">
            <a:avLst/>
          </a:prstGeom>
          <a:noFill/>
        </p:spPr>
        <p:txBody>
          <a:bodyPr anchorCtr="0" anchor="t" bIns="91425" lIns="91425" spcFirstLastPara="1" rIns="91425" wrap="square" tIns="91425">
            <a:noAutofit/>
          </a:bodyPr>
          <a:lstStyle>
            <a:lvl1pPr lvl="0">
              <a:spcBef>
                <a:spcPts val="0"/>
              </a:spcBef>
              <a:spcAft>
                <a:spcPts val="0"/>
              </a:spcAft>
              <a:buSzPts val="3500"/>
              <a:buNone/>
              <a:defRPr/>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grpSp>
        <p:nvGrpSpPr>
          <p:cNvPr id="1410" name="Google Shape;1410;p39"/>
          <p:cNvGrpSpPr/>
          <p:nvPr/>
        </p:nvGrpSpPr>
        <p:grpSpPr>
          <a:xfrm>
            <a:off x="73471" y="-235628"/>
            <a:ext cx="8720629" cy="5379120"/>
            <a:chOff x="73471" y="-235628"/>
            <a:chExt cx="8720629" cy="5379120"/>
          </a:xfrm>
        </p:grpSpPr>
        <p:sp>
          <p:nvSpPr>
            <p:cNvPr id="1411" name="Google Shape;1411;p39"/>
            <p:cNvSpPr/>
            <p:nvPr/>
          </p:nvSpPr>
          <p:spPr>
            <a:xfrm rot="1771310">
              <a:off x="136925" y="2276476"/>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9"/>
            <p:cNvSpPr/>
            <p:nvPr/>
          </p:nvSpPr>
          <p:spPr>
            <a:xfrm rot="1771310">
              <a:off x="5907475" y="-172112"/>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39"/>
            <p:cNvSpPr/>
            <p:nvPr/>
          </p:nvSpPr>
          <p:spPr>
            <a:xfrm rot="1771310">
              <a:off x="3415400" y="47301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14" name="Google Shape;1414;p39"/>
            <p:cNvPicPr preferRelativeResize="0"/>
            <p:nvPr/>
          </p:nvPicPr>
          <p:blipFill rotWithShape="1">
            <a:blip r:embed="rId2">
              <a:alphaModFix/>
            </a:blip>
            <a:srcRect b="12546" l="28959" r="12546" t="12546"/>
            <a:stretch/>
          </p:blipFill>
          <p:spPr>
            <a:xfrm rot="10800000">
              <a:off x="8067449" y="241227"/>
              <a:ext cx="726651" cy="596548"/>
            </a:xfrm>
            <a:prstGeom prst="rect">
              <a:avLst/>
            </a:prstGeom>
            <a:noFill/>
            <a:ln>
              <a:noFill/>
            </a:ln>
          </p:spPr>
        </p:pic>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15" name="Shape 1415"/>
        <p:cNvGrpSpPr/>
        <p:nvPr/>
      </p:nvGrpSpPr>
      <p:grpSpPr>
        <a:xfrm>
          <a:off x="0" y="0"/>
          <a:ext cx="0" cy="0"/>
          <a:chOff x="0" y="0"/>
          <a:chExt cx="0" cy="0"/>
        </a:xfrm>
      </p:grpSpPr>
      <p:grpSp>
        <p:nvGrpSpPr>
          <p:cNvPr id="1416" name="Google Shape;1416;p40"/>
          <p:cNvGrpSpPr/>
          <p:nvPr/>
        </p:nvGrpSpPr>
        <p:grpSpPr>
          <a:xfrm>
            <a:off x="-6475" y="2927242"/>
            <a:ext cx="9250200" cy="2229968"/>
            <a:chOff x="-6475" y="2927242"/>
            <a:chExt cx="9250200" cy="2229968"/>
          </a:xfrm>
        </p:grpSpPr>
        <p:grpSp>
          <p:nvGrpSpPr>
            <p:cNvPr id="1417" name="Google Shape;1417;p40"/>
            <p:cNvGrpSpPr/>
            <p:nvPr/>
          </p:nvGrpSpPr>
          <p:grpSpPr>
            <a:xfrm flipH="1">
              <a:off x="5831182" y="2927242"/>
              <a:ext cx="3303413" cy="1672406"/>
              <a:chOff x="-6475" y="2302000"/>
              <a:chExt cx="3303413" cy="1865900"/>
            </a:xfrm>
          </p:grpSpPr>
          <p:sp>
            <p:nvSpPr>
              <p:cNvPr id="1418" name="Google Shape;1418;p40"/>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40"/>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40"/>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40"/>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40"/>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40"/>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40"/>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40"/>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6" name="Google Shape;1426;p40"/>
            <p:cNvGrpSpPr/>
            <p:nvPr/>
          </p:nvGrpSpPr>
          <p:grpSpPr>
            <a:xfrm>
              <a:off x="-6475" y="2927242"/>
              <a:ext cx="3303413" cy="1672406"/>
              <a:chOff x="-6475" y="2302000"/>
              <a:chExt cx="3303413" cy="1865900"/>
            </a:xfrm>
          </p:grpSpPr>
          <p:sp>
            <p:nvSpPr>
              <p:cNvPr id="1427" name="Google Shape;1427;p40"/>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40"/>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40"/>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40"/>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40"/>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40"/>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40"/>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40"/>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5" name="Google Shape;1435;p40"/>
            <p:cNvGrpSpPr/>
            <p:nvPr/>
          </p:nvGrpSpPr>
          <p:grpSpPr>
            <a:xfrm>
              <a:off x="-6475" y="4609669"/>
              <a:ext cx="9250200" cy="547540"/>
              <a:chOff x="-6475" y="4167900"/>
              <a:chExt cx="9250200" cy="988875"/>
            </a:xfrm>
          </p:grpSpPr>
          <p:cxnSp>
            <p:nvCxnSpPr>
              <p:cNvPr id="1436" name="Google Shape;1436;p40"/>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437" name="Google Shape;1437;p40"/>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438" name="Google Shape;1438;p40"/>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439" name="Google Shape;1439;p40"/>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440" name="Google Shape;1440;p40"/>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441" name="Google Shape;1441;p40"/>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442" name="Google Shape;1442;p40"/>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443" name="Google Shape;1443;p40"/>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444" name="Google Shape;1444;p40"/>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445" name="Google Shape;1445;p40"/>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446" name="Google Shape;1446;p40"/>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447" name="Google Shape;1447;p40"/>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448" name="Google Shape;1448;p40"/>
          <p:cNvSpPr txBox="1"/>
          <p:nvPr>
            <p:ph hasCustomPrompt="1" type="title"/>
          </p:nvPr>
        </p:nvSpPr>
        <p:spPr>
          <a:xfrm>
            <a:off x="713225" y="1590325"/>
            <a:ext cx="4659900" cy="1240800"/>
          </a:xfrm>
          <a:prstGeom prst="rect">
            <a:avLst/>
          </a:prstGeom>
        </p:spPr>
        <p:txBody>
          <a:bodyPr anchorCtr="0" anchor="ctr" bIns="91425" lIns="91425" spcFirstLastPara="1" rIns="91425" wrap="square" tIns="91425">
            <a:noAutofit/>
          </a:bodyPr>
          <a:lstStyle>
            <a:lvl1pPr lvl="0">
              <a:spcBef>
                <a:spcPts val="0"/>
              </a:spcBef>
              <a:spcAft>
                <a:spcPts val="0"/>
              </a:spcAft>
              <a:buSzPts val="9600"/>
              <a:buNone/>
              <a:defRPr sz="71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449" name="Google Shape;1449;p40"/>
          <p:cNvSpPr txBox="1"/>
          <p:nvPr>
            <p:ph idx="1" type="subTitle"/>
          </p:nvPr>
        </p:nvSpPr>
        <p:spPr>
          <a:xfrm>
            <a:off x="907875" y="2831375"/>
            <a:ext cx="4465200" cy="438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solidFill>
                  <a:schemeClr val="lt1"/>
                </a:solidFill>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450" name="Google Shape;1450;p40"/>
          <p:cNvGrpSpPr/>
          <p:nvPr/>
        </p:nvGrpSpPr>
        <p:grpSpPr>
          <a:xfrm>
            <a:off x="2367796" y="-196653"/>
            <a:ext cx="7063013" cy="1891585"/>
            <a:chOff x="2367796" y="-196653"/>
            <a:chExt cx="7063013" cy="1891585"/>
          </a:xfrm>
        </p:grpSpPr>
        <p:sp>
          <p:nvSpPr>
            <p:cNvPr id="1451" name="Google Shape;1451;p40"/>
            <p:cNvSpPr/>
            <p:nvPr/>
          </p:nvSpPr>
          <p:spPr>
            <a:xfrm rot="1771310">
              <a:off x="2431250" y="-1331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52" name="Google Shape;1452;p40"/>
            <p:cNvPicPr preferRelativeResize="0"/>
            <p:nvPr/>
          </p:nvPicPr>
          <p:blipFill rotWithShape="1">
            <a:blip r:embed="rId2">
              <a:alphaModFix/>
            </a:blip>
            <a:srcRect b="12546" l="28959" r="12546" t="12546"/>
            <a:stretch/>
          </p:blipFill>
          <p:spPr>
            <a:xfrm rot="-2524089">
              <a:off x="8597923" y="931801"/>
              <a:ext cx="726650" cy="596548"/>
            </a:xfrm>
            <a:prstGeom prst="rect">
              <a:avLst/>
            </a:prstGeom>
            <a:noFill/>
            <a:ln>
              <a:noFill/>
            </a:ln>
          </p:spPr>
        </p:pic>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1453" name="Shape 1453"/>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454" name="Shape 1454"/>
        <p:cNvGrpSpPr/>
        <p:nvPr/>
      </p:nvGrpSpPr>
      <p:grpSpPr>
        <a:xfrm>
          <a:off x="0" y="0"/>
          <a:ext cx="0" cy="0"/>
          <a:chOff x="0" y="0"/>
          <a:chExt cx="0" cy="0"/>
        </a:xfrm>
      </p:grpSpPr>
      <p:grpSp>
        <p:nvGrpSpPr>
          <p:cNvPr id="1455" name="Google Shape;1455;p42"/>
          <p:cNvGrpSpPr/>
          <p:nvPr/>
        </p:nvGrpSpPr>
        <p:grpSpPr>
          <a:xfrm>
            <a:off x="-6475" y="2927242"/>
            <a:ext cx="9250200" cy="2229968"/>
            <a:chOff x="-6475" y="2927242"/>
            <a:chExt cx="9250200" cy="2229968"/>
          </a:xfrm>
        </p:grpSpPr>
        <p:grpSp>
          <p:nvGrpSpPr>
            <p:cNvPr id="1456" name="Google Shape;1456;p42"/>
            <p:cNvGrpSpPr/>
            <p:nvPr/>
          </p:nvGrpSpPr>
          <p:grpSpPr>
            <a:xfrm flipH="1">
              <a:off x="5831182" y="2927242"/>
              <a:ext cx="3303413" cy="1672406"/>
              <a:chOff x="-6475" y="2302000"/>
              <a:chExt cx="3303413" cy="1865900"/>
            </a:xfrm>
          </p:grpSpPr>
          <p:sp>
            <p:nvSpPr>
              <p:cNvPr id="1457" name="Google Shape;1457;p42"/>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42"/>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42"/>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42"/>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42"/>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42"/>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42"/>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42"/>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5" name="Google Shape;1465;p42"/>
            <p:cNvGrpSpPr/>
            <p:nvPr/>
          </p:nvGrpSpPr>
          <p:grpSpPr>
            <a:xfrm>
              <a:off x="-6475" y="2927242"/>
              <a:ext cx="3303413" cy="1672508"/>
              <a:chOff x="-6475" y="2302000"/>
              <a:chExt cx="3303413" cy="1866014"/>
            </a:xfrm>
          </p:grpSpPr>
          <p:sp>
            <p:nvSpPr>
              <p:cNvPr id="1466" name="Google Shape;1466;p42"/>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42"/>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42"/>
              <p:cNvSpPr/>
              <p:nvPr/>
            </p:nvSpPr>
            <p:spPr>
              <a:xfrm>
                <a:off x="851975" y="3112061"/>
                <a:ext cx="298800" cy="105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42"/>
              <p:cNvSpPr/>
              <p:nvPr/>
            </p:nvSpPr>
            <p:spPr>
              <a:xfrm>
                <a:off x="1281225" y="3216155"/>
                <a:ext cx="298800" cy="951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42"/>
              <p:cNvSpPr/>
              <p:nvPr/>
            </p:nvSpPr>
            <p:spPr>
              <a:xfrm>
                <a:off x="1710450" y="3376314"/>
                <a:ext cx="298800" cy="791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42"/>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42"/>
              <p:cNvSpPr/>
              <p:nvPr/>
            </p:nvSpPr>
            <p:spPr>
              <a:xfrm>
                <a:off x="2568903" y="3376314"/>
                <a:ext cx="298800" cy="791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42"/>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4" name="Google Shape;1474;p42"/>
            <p:cNvGrpSpPr/>
            <p:nvPr/>
          </p:nvGrpSpPr>
          <p:grpSpPr>
            <a:xfrm>
              <a:off x="-6475" y="4609669"/>
              <a:ext cx="9250200" cy="547540"/>
              <a:chOff x="-6475" y="4167900"/>
              <a:chExt cx="9250200" cy="988875"/>
            </a:xfrm>
          </p:grpSpPr>
          <p:cxnSp>
            <p:nvCxnSpPr>
              <p:cNvPr id="1475" name="Google Shape;1475;p42"/>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476" name="Google Shape;1476;p42"/>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477" name="Google Shape;1477;p42"/>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478" name="Google Shape;1478;p42"/>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479" name="Google Shape;1479;p42"/>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480" name="Google Shape;1480;p42"/>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481" name="Google Shape;1481;p42"/>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482" name="Google Shape;1482;p42"/>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483" name="Google Shape;1483;p42"/>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484" name="Google Shape;1484;p42"/>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485" name="Google Shape;1485;p42"/>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486" name="Google Shape;1486;p42"/>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487" name="Google Shape;1487;p4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488" name="Google Shape;1488;p42"/>
          <p:cNvGrpSpPr/>
          <p:nvPr/>
        </p:nvGrpSpPr>
        <p:grpSpPr>
          <a:xfrm>
            <a:off x="25174" y="9"/>
            <a:ext cx="9118817" cy="5080833"/>
            <a:chOff x="25174" y="9"/>
            <a:chExt cx="9118817" cy="5080833"/>
          </a:xfrm>
        </p:grpSpPr>
        <p:sp>
          <p:nvSpPr>
            <p:cNvPr id="1489" name="Google Shape;1489;p42"/>
            <p:cNvSpPr/>
            <p:nvPr/>
          </p:nvSpPr>
          <p:spPr>
            <a:xfrm rot="1771310">
              <a:off x="8730600" y="11043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90" name="Google Shape;1490;p42"/>
            <p:cNvPicPr preferRelativeResize="0"/>
            <p:nvPr/>
          </p:nvPicPr>
          <p:blipFill rotWithShape="1">
            <a:blip r:embed="rId2">
              <a:alphaModFix/>
            </a:blip>
            <a:srcRect b="12546" l="28959" r="12546" t="12546"/>
            <a:stretch/>
          </p:blipFill>
          <p:spPr>
            <a:xfrm rot="10800000">
              <a:off x="25174" y="4305727"/>
              <a:ext cx="726651" cy="596548"/>
            </a:xfrm>
            <a:prstGeom prst="rect">
              <a:avLst/>
            </a:prstGeom>
            <a:noFill/>
            <a:ln>
              <a:noFill/>
            </a:ln>
          </p:spPr>
        </p:pic>
        <p:sp>
          <p:nvSpPr>
            <p:cNvPr id="1491" name="Google Shape;1491;p42"/>
            <p:cNvSpPr/>
            <p:nvPr/>
          </p:nvSpPr>
          <p:spPr>
            <a:xfrm rot="1771310">
              <a:off x="4677350" y="46675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42"/>
            <p:cNvSpPr/>
            <p:nvPr/>
          </p:nvSpPr>
          <p:spPr>
            <a:xfrm rot="1771310">
              <a:off x="538250" y="63526"/>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493" name="Shape 1493"/>
        <p:cNvGrpSpPr/>
        <p:nvPr/>
      </p:nvGrpSpPr>
      <p:grpSpPr>
        <a:xfrm>
          <a:off x="0" y="0"/>
          <a:ext cx="0" cy="0"/>
          <a:chOff x="0" y="0"/>
          <a:chExt cx="0" cy="0"/>
        </a:xfrm>
      </p:grpSpPr>
      <p:grpSp>
        <p:nvGrpSpPr>
          <p:cNvPr id="1494" name="Google Shape;1494;p43"/>
          <p:cNvGrpSpPr/>
          <p:nvPr/>
        </p:nvGrpSpPr>
        <p:grpSpPr>
          <a:xfrm>
            <a:off x="-6475" y="2927242"/>
            <a:ext cx="9250200" cy="2229968"/>
            <a:chOff x="-6475" y="2927242"/>
            <a:chExt cx="9250200" cy="2229968"/>
          </a:xfrm>
        </p:grpSpPr>
        <p:grpSp>
          <p:nvGrpSpPr>
            <p:cNvPr id="1495" name="Google Shape;1495;p43"/>
            <p:cNvGrpSpPr/>
            <p:nvPr/>
          </p:nvGrpSpPr>
          <p:grpSpPr>
            <a:xfrm flipH="1">
              <a:off x="5831182" y="2927242"/>
              <a:ext cx="3303413" cy="1672406"/>
              <a:chOff x="-6475" y="2302000"/>
              <a:chExt cx="3303413" cy="1865900"/>
            </a:xfrm>
          </p:grpSpPr>
          <p:sp>
            <p:nvSpPr>
              <p:cNvPr id="1496" name="Google Shape;1496;p43"/>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43"/>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43"/>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43"/>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43"/>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43"/>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43"/>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43"/>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4" name="Google Shape;1504;p43"/>
            <p:cNvGrpSpPr/>
            <p:nvPr/>
          </p:nvGrpSpPr>
          <p:grpSpPr>
            <a:xfrm>
              <a:off x="-6475" y="2927242"/>
              <a:ext cx="3303413" cy="1672406"/>
              <a:chOff x="-6475" y="2302000"/>
              <a:chExt cx="3303413" cy="1865900"/>
            </a:xfrm>
          </p:grpSpPr>
          <p:sp>
            <p:nvSpPr>
              <p:cNvPr id="1505" name="Google Shape;1505;p43"/>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43"/>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43"/>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43"/>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43"/>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43"/>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43"/>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43"/>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3" name="Google Shape;1513;p43"/>
            <p:cNvGrpSpPr/>
            <p:nvPr/>
          </p:nvGrpSpPr>
          <p:grpSpPr>
            <a:xfrm>
              <a:off x="-6475" y="4609669"/>
              <a:ext cx="9250200" cy="547540"/>
              <a:chOff x="-6475" y="4167900"/>
              <a:chExt cx="9250200" cy="988875"/>
            </a:xfrm>
          </p:grpSpPr>
          <p:cxnSp>
            <p:nvCxnSpPr>
              <p:cNvPr id="1514" name="Google Shape;1514;p43"/>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515" name="Google Shape;1515;p43"/>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516" name="Google Shape;1516;p43"/>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517" name="Google Shape;1517;p43"/>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518" name="Google Shape;1518;p43"/>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519" name="Google Shape;1519;p43"/>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520" name="Google Shape;1520;p43"/>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521" name="Google Shape;1521;p43"/>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522" name="Google Shape;1522;p43"/>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523" name="Google Shape;1523;p43"/>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524" name="Google Shape;1524;p43"/>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525" name="Google Shape;1525;p43"/>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526" name="Google Shape;1526;p4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27" name="Google Shape;1527;p43"/>
          <p:cNvSpPr txBox="1"/>
          <p:nvPr>
            <p:ph idx="1" type="subTitle"/>
          </p:nvPr>
        </p:nvSpPr>
        <p:spPr>
          <a:xfrm>
            <a:off x="1622189" y="1992361"/>
            <a:ext cx="21723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28" name="Google Shape;1528;p43"/>
          <p:cNvSpPr txBox="1"/>
          <p:nvPr>
            <p:ph idx="2" type="subTitle"/>
          </p:nvPr>
        </p:nvSpPr>
        <p:spPr>
          <a:xfrm>
            <a:off x="4708930" y="1992361"/>
            <a:ext cx="21762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29" name="Google Shape;1529;p43"/>
          <p:cNvSpPr txBox="1"/>
          <p:nvPr>
            <p:ph idx="3" type="subTitle"/>
          </p:nvPr>
        </p:nvSpPr>
        <p:spPr>
          <a:xfrm>
            <a:off x="3080959" y="3349931"/>
            <a:ext cx="21762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30" name="Google Shape;1530;p43"/>
          <p:cNvSpPr txBox="1"/>
          <p:nvPr>
            <p:ph idx="4" type="subTitle"/>
          </p:nvPr>
        </p:nvSpPr>
        <p:spPr>
          <a:xfrm>
            <a:off x="6171600" y="3349931"/>
            <a:ext cx="21762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31" name="Google Shape;1531;p43"/>
          <p:cNvSpPr txBox="1"/>
          <p:nvPr>
            <p:ph hasCustomPrompt="1" idx="5" type="title"/>
          </p:nvPr>
        </p:nvSpPr>
        <p:spPr>
          <a:xfrm>
            <a:off x="806189" y="1687406"/>
            <a:ext cx="5622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400">
                <a:solidFill>
                  <a:schemeClr val="l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32" name="Google Shape;1532;p43"/>
          <p:cNvSpPr txBox="1"/>
          <p:nvPr>
            <p:ph hasCustomPrompt="1" idx="6" type="title"/>
          </p:nvPr>
        </p:nvSpPr>
        <p:spPr>
          <a:xfrm>
            <a:off x="2360905" y="3057950"/>
            <a:ext cx="557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400">
                <a:solidFill>
                  <a:schemeClr val="l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33" name="Google Shape;1533;p43"/>
          <p:cNvSpPr txBox="1"/>
          <p:nvPr>
            <p:ph hasCustomPrompt="1" idx="7" type="title"/>
          </p:nvPr>
        </p:nvSpPr>
        <p:spPr>
          <a:xfrm>
            <a:off x="3896472" y="1687406"/>
            <a:ext cx="557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400">
                <a:solidFill>
                  <a:schemeClr val="l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34" name="Google Shape;1534;p43"/>
          <p:cNvSpPr txBox="1"/>
          <p:nvPr>
            <p:ph hasCustomPrompt="1" idx="8" type="title"/>
          </p:nvPr>
        </p:nvSpPr>
        <p:spPr>
          <a:xfrm>
            <a:off x="5438242" y="3057950"/>
            <a:ext cx="5622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400">
                <a:solidFill>
                  <a:schemeClr val="l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35" name="Google Shape;1535;p43"/>
          <p:cNvSpPr txBox="1"/>
          <p:nvPr>
            <p:ph idx="9" type="subTitle"/>
          </p:nvPr>
        </p:nvSpPr>
        <p:spPr>
          <a:xfrm>
            <a:off x="1622200" y="1687401"/>
            <a:ext cx="2172300" cy="447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7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700"/>
              <a:buFont typeface="Secular One"/>
              <a:buNone/>
              <a:defRPr sz="2700">
                <a:latin typeface="Secular One"/>
                <a:ea typeface="Secular One"/>
                <a:cs typeface="Secular One"/>
                <a:sym typeface="Secular One"/>
              </a:defRPr>
            </a:lvl2pPr>
            <a:lvl3pPr lvl="2" algn="ctr">
              <a:lnSpc>
                <a:spcPct val="100000"/>
              </a:lnSpc>
              <a:spcBef>
                <a:spcPts val="0"/>
              </a:spcBef>
              <a:spcAft>
                <a:spcPts val="0"/>
              </a:spcAft>
              <a:buSzPts val="2700"/>
              <a:buFont typeface="Secular One"/>
              <a:buNone/>
              <a:defRPr sz="2700">
                <a:latin typeface="Secular One"/>
                <a:ea typeface="Secular One"/>
                <a:cs typeface="Secular One"/>
                <a:sym typeface="Secular One"/>
              </a:defRPr>
            </a:lvl3pPr>
            <a:lvl4pPr lvl="3" algn="ctr">
              <a:lnSpc>
                <a:spcPct val="100000"/>
              </a:lnSpc>
              <a:spcBef>
                <a:spcPts val="0"/>
              </a:spcBef>
              <a:spcAft>
                <a:spcPts val="0"/>
              </a:spcAft>
              <a:buSzPts val="2700"/>
              <a:buFont typeface="Secular One"/>
              <a:buNone/>
              <a:defRPr sz="2700">
                <a:latin typeface="Secular One"/>
                <a:ea typeface="Secular One"/>
                <a:cs typeface="Secular One"/>
                <a:sym typeface="Secular One"/>
              </a:defRPr>
            </a:lvl4pPr>
            <a:lvl5pPr lvl="4" algn="ctr">
              <a:lnSpc>
                <a:spcPct val="100000"/>
              </a:lnSpc>
              <a:spcBef>
                <a:spcPts val="0"/>
              </a:spcBef>
              <a:spcAft>
                <a:spcPts val="0"/>
              </a:spcAft>
              <a:buSzPts val="2700"/>
              <a:buFont typeface="Secular One"/>
              <a:buNone/>
              <a:defRPr sz="2700">
                <a:latin typeface="Secular One"/>
                <a:ea typeface="Secular One"/>
                <a:cs typeface="Secular One"/>
                <a:sym typeface="Secular One"/>
              </a:defRPr>
            </a:lvl5pPr>
            <a:lvl6pPr lvl="5" algn="ctr">
              <a:lnSpc>
                <a:spcPct val="100000"/>
              </a:lnSpc>
              <a:spcBef>
                <a:spcPts val="0"/>
              </a:spcBef>
              <a:spcAft>
                <a:spcPts val="0"/>
              </a:spcAft>
              <a:buSzPts val="2700"/>
              <a:buFont typeface="Secular One"/>
              <a:buNone/>
              <a:defRPr sz="2700">
                <a:latin typeface="Secular One"/>
                <a:ea typeface="Secular One"/>
                <a:cs typeface="Secular One"/>
                <a:sym typeface="Secular One"/>
              </a:defRPr>
            </a:lvl6pPr>
            <a:lvl7pPr lvl="6" algn="ctr">
              <a:lnSpc>
                <a:spcPct val="100000"/>
              </a:lnSpc>
              <a:spcBef>
                <a:spcPts val="0"/>
              </a:spcBef>
              <a:spcAft>
                <a:spcPts val="0"/>
              </a:spcAft>
              <a:buSzPts val="2700"/>
              <a:buFont typeface="Secular One"/>
              <a:buNone/>
              <a:defRPr sz="2700">
                <a:latin typeface="Secular One"/>
                <a:ea typeface="Secular One"/>
                <a:cs typeface="Secular One"/>
                <a:sym typeface="Secular One"/>
              </a:defRPr>
            </a:lvl7pPr>
            <a:lvl8pPr lvl="7" algn="ctr">
              <a:lnSpc>
                <a:spcPct val="100000"/>
              </a:lnSpc>
              <a:spcBef>
                <a:spcPts val="0"/>
              </a:spcBef>
              <a:spcAft>
                <a:spcPts val="0"/>
              </a:spcAft>
              <a:buSzPts val="2700"/>
              <a:buFont typeface="Secular One"/>
              <a:buNone/>
              <a:defRPr sz="2700">
                <a:latin typeface="Secular One"/>
                <a:ea typeface="Secular One"/>
                <a:cs typeface="Secular One"/>
                <a:sym typeface="Secular One"/>
              </a:defRPr>
            </a:lvl8pPr>
            <a:lvl9pPr lvl="8" algn="ctr">
              <a:lnSpc>
                <a:spcPct val="100000"/>
              </a:lnSpc>
              <a:spcBef>
                <a:spcPts val="0"/>
              </a:spcBef>
              <a:spcAft>
                <a:spcPts val="0"/>
              </a:spcAft>
              <a:buSzPts val="2700"/>
              <a:buFont typeface="Secular One"/>
              <a:buNone/>
              <a:defRPr sz="2700">
                <a:latin typeface="Secular One"/>
                <a:ea typeface="Secular One"/>
                <a:cs typeface="Secular One"/>
                <a:sym typeface="Secular One"/>
              </a:defRPr>
            </a:lvl9pPr>
          </a:lstStyle>
          <a:p/>
        </p:txBody>
      </p:sp>
      <p:sp>
        <p:nvSpPr>
          <p:cNvPr id="1536" name="Google Shape;1536;p43"/>
          <p:cNvSpPr txBox="1"/>
          <p:nvPr>
            <p:ph idx="13" type="subTitle"/>
          </p:nvPr>
        </p:nvSpPr>
        <p:spPr>
          <a:xfrm>
            <a:off x="4708933" y="1687401"/>
            <a:ext cx="2176200" cy="447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7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700"/>
              <a:buFont typeface="Secular One"/>
              <a:buNone/>
              <a:defRPr sz="2700">
                <a:latin typeface="Secular One"/>
                <a:ea typeface="Secular One"/>
                <a:cs typeface="Secular One"/>
                <a:sym typeface="Secular One"/>
              </a:defRPr>
            </a:lvl2pPr>
            <a:lvl3pPr lvl="2" algn="ctr">
              <a:lnSpc>
                <a:spcPct val="100000"/>
              </a:lnSpc>
              <a:spcBef>
                <a:spcPts val="0"/>
              </a:spcBef>
              <a:spcAft>
                <a:spcPts val="0"/>
              </a:spcAft>
              <a:buSzPts val="2700"/>
              <a:buFont typeface="Secular One"/>
              <a:buNone/>
              <a:defRPr sz="2700">
                <a:latin typeface="Secular One"/>
                <a:ea typeface="Secular One"/>
                <a:cs typeface="Secular One"/>
                <a:sym typeface="Secular One"/>
              </a:defRPr>
            </a:lvl3pPr>
            <a:lvl4pPr lvl="3" algn="ctr">
              <a:lnSpc>
                <a:spcPct val="100000"/>
              </a:lnSpc>
              <a:spcBef>
                <a:spcPts val="0"/>
              </a:spcBef>
              <a:spcAft>
                <a:spcPts val="0"/>
              </a:spcAft>
              <a:buSzPts val="2700"/>
              <a:buFont typeface="Secular One"/>
              <a:buNone/>
              <a:defRPr sz="2700">
                <a:latin typeface="Secular One"/>
                <a:ea typeface="Secular One"/>
                <a:cs typeface="Secular One"/>
                <a:sym typeface="Secular One"/>
              </a:defRPr>
            </a:lvl4pPr>
            <a:lvl5pPr lvl="4" algn="ctr">
              <a:lnSpc>
                <a:spcPct val="100000"/>
              </a:lnSpc>
              <a:spcBef>
                <a:spcPts val="0"/>
              </a:spcBef>
              <a:spcAft>
                <a:spcPts val="0"/>
              </a:spcAft>
              <a:buSzPts val="2700"/>
              <a:buFont typeface="Secular One"/>
              <a:buNone/>
              <a:defRPr sz="2700">
                <a:latin typeface="Secular One"/>
                <a:ea typeface="Secular One"/>
                <a:cs typeface="Secular One"/>
                <a:sym typeface="Secular One"/>
              </a:defRPr>
            </a:lvl5pPr>
            <a:lvl6pPr lvl="5" algn="ctr">
              <a:lnSpc>
                <a:spcPct val="100000"/>
              </a:lnSpc>
              <a:spcBef>
                <a:spcPts val="0"/>
              </a:spcBef>
              <a:spcAft>
                <a:spcPts val="0"/>
              </a:spcAft>
              <a:buSzPts val="2700"/>
              <a:buFont typeface="Secular One"/>
              <a:buNone/>
              <a:defRPr sz="2700">
                <a:latin typeface="Secular One"/>
                <a:ea typeface="Secular One"/>
                <a:cs typeface="Secular One"/>
                <a:sym typeface="Secular One"/>
              </a:defRPr>
            </a:lvl6pPr>
            <a:lvl7pPr lvl="6" algn="ctr">
              <a:lnSpc>
                <a:spcPct val="100000"/>
              </a:lnSpc>
              <a:spcBef>
                <a:spcPts val="0"/>
              </a:spcBef>
              <a:spcAft>
                <a:spcPts val="0"/>
              </a:spcAft>
              <a:buSzPts val="2700"/>
              <a:buFont typeface="Secular One"/>
              <a:buNone/>
              <a:defRPr sz="2700">
                <a:latin typeface="Secular One"/>
                <a:ea typeface="Secular One"/>
                <a:cs typeface="Secular One"/>
                <a:sym typeface="Secular One"/>
              </a:defRPr>
            </a:lvl7pPr>
            <a:lvl8pPr lvl="7" algn="ctr">
              <a:lnSpc>
                <a:spcPct val="100000"/>
              </a:lnSpc>
              <a:spcBef>
                <a:spcPts val="0"/>
              </a:spcBef>
              <a:spcAft>
                <a:spcPts val="0"/>
              </a:spcAft>
              <a:buSzPts val="2700"/>
              <a:buFont typeface="Secular One"/>
              <a:buNone/>
              <a:defRPr sz="2700">
                <a:latin typeface="Secular One"/>
                <a:ea typeface="Secular One"/>
                <a:cs typeface="Secular One"/>
                <a:sym typeface="Secular One"/>
              </a:defRPr>
            </a:lvl8pPr>
            <a:lvl9pPr lvl="8" algn="ctr">
              <a:lnSpc>
                <a:spcPct val="100000"/>
              </a:lnSpc>
              <a:spcBef>
                <a:spcPts val="0"/>
              </a:spcBef>
              <a:spcAft>
                <a:spcPts val="0"/>
              </a:spcAft>
              <a:buSzPts val="2700"/>
              <a:buFont typeface="Secular One"/>
              <a:buNone/>
              <a:defRPr sz="2700">
                <a:latin typeface="Secular One"/>
                <a:ea typeface="Secular One"/>
                <a:cs typeface="Secular One"/>
                <a:sym typeface="Secular One"/>
              </a:defRPr>
            </a:lvl9pPr>
          </a:lstStyle>
          <a:p/>
        </p:txBody>
      </p:sp>
      <p:sp>
        <p:nvSpPr>
          <p:cNvPr id="1537" name="Google Shape;1537;p43"/>
          <p:cNvSpPr txBox="1"/>
          <p:nvPr>
            <p:ph idx="14" type="subTitle"/>
          </p:nvPr>
        </p:nvSpPr>
        <p:spPr>
          <a:xfrm>
            <a:off x="3080959" y="3057950"/>
            <a:ext cx="2176200" cy="447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7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700"/>
              <a:buFont typeface="Secular One"/>
              <a:buNone/>
              <a:defRPr sz="2700">
                <a:latin typeface="Secular One"/>
                <a:ea typeface="Secular One"/>
                <a:cs typeface="Secular One"/>
                <a:sym typeface="Secular One"/>
              </a:defRPr>
            </a:lvl2pPr>
            <a:lvl3pPr lvl="2" algn="ctr">
              <a:lnSpc>
                <a:spcPct val="100000"/>
              </a:lnSpc>
              <a:spcBef>
                <a:spcPts val="0"/>
              </a:spcBef>
              <a:spcAft>
                <a:spcPts val="0"/>
              </a:spcAft>
              <a:buSzPts val="2700"/>
              <a:buFont typeface="Secular One"/>
              <a:buNone/>
              <a:defRPr sz="2700">
                <a:latin typeface="Secular One"/>
                <a:ea typeface="Secular One"/>
                <a:cs typeface="Secular One"/>
                <a:sym typeface="Secular One"/>
              </a:defRPr>
            </a:lvl3pPr>
            <a:lvl4pPr lvl="3" algn="ctr">
              <a:lnSpc>
                <a:spcPct val="100000"/>
              </a:lnSpc>
              <a:spcBef>
                <a:spcPts val="0"/>
              </a:spcBef>
              <a:spcAft>
                <a:spcPts val="0"/>
              </a:spcAft>
              <a:buSzPts val="2700"/>
              <a:buFont typeface="Secular One"/>
              <a:buNone/>
              <a:defRPr sz="2700">
                <a:latin typeface="Secular One"/>
                <a:ea typeface="Secular One"/>
                <a:cs typeface="Secular One"/>
                <a:sym typeface="Secular One"/>
              </a:defRPr>
            </a:lvl4pPr>
            <a:lvl5pPr lvl="4" algn="ctr">
              <a:lnSpc>
                <a:spcPct val="100000"/>
              </a:lnSpc>
              <a:spcBef>
                <a:spcPts val="0"/>
              </a:spcBef>
              <a:spcAft>
                <a:spcPts val="0"/>
              </a:spcAft>
              <a:buSzPts val="2700"/>
              <a:buFont typeface="Secular One"/>
              <a:buNone/>
              <a:defRPr sz="2700">
                <a:latin typeface="Secular One"/>
                <a:ea typeface="Secular One"/>
                <a:cs typeface="Secular One"/>
                <a:sym typeface="Secular One"/>
              </a:defRPr>
            </a:lvl5pPr>
            <a:lvl6pPr lvl="5" algn="ctr">
              <a:lnSpc>
                <a:spcPct val="100000"/>
              </a:lnSpc>
              <a:spcBef>
                <a:spcPts val="0"/>
              </a:spcBef>
              <a:spcAft>
                <a:spcPts val="0"/>
              </a:spcAft>
              <a:buSzPts val="2700"/>
              <a:buFont typeface="Secular One"/>
              <a:buNone/>
              <a:defRPr sz="2700">
                <a:latin typeface="Secular One"/>
                <a:ea typeface="Secular One"/>
                <a:cs typeface="Secular One"/>
                <a:sym typeface="Secular One"/>
              </a:defRPr>
            </a:lvl6pPr>
            <a:lvl7pPr lvl="6" algn="ctr">
              <a:lnSpc>
                <a:spcPct val="100000"/>
              </a:lnSpc>
              <a:spcBef>
                <a:spcPts val="0"/>
              </a:spcBef>
              <a:spcAft>
                <a:spcPts val="0"/>
              </a:spcAft>
              <a:buSzPts val="2700"/>
              <a:buFont typeface="Secular One"/>
              <a:buNone/>
              <a:defRPr sz="2700">
                <a:latin typeface="Secular One"/>
                <a:ea typeface="Secular One"/>
                <a:cs typeface="Secular One"/>
                <a:sym typeface="Secular One"/>
              </a:defRPr>
            </a:lvl7pPr>
            <a:lvl8pPr lvl="7" algn="ctr">
              <a:lnSpc>
                <a:spcPct val="100000"/>
              </a:lnSpc>
              <a:spcBef>
                <a:spcPts val="0"/>
              </a:spcBef>
              <a:spcAft>
                <a:spcPts val="0"/>
              </a:spcAft>
              <a:buSzPts val="2700"/>
              <a:buFont typeface="Secular One"/>
              <a:buNone/>
              <a:defRPr sz="2700">
                <a:latin typeface="Secular One"/>
                <a:ea typeface="Secular One"/>
                <a:cs typeface="Secular One"/>
                <a:sym typeface="Secular One"/>
              </a:defRPr>
            </a:lvl8pPr>
            <a:lvl9pPr lvl="8" algn="ctr">
              <a:lnSpc>
                <a:spcPct val="100000"/>
              </a:lnSpc>
              <a:spcBef>
                <a:spcPts val="0"/>
              </a:spcBef>
              <a:spcAft>
                <a:spcPts val="0"/>
              </a:spcAft>
              <a:buSzPts val="2700"/>
              <a:buFont typeface="Secular One"/>
              <a:buNone/>
              <a:defRPr sz="2700">
                <a:latin typeface="Secular One"/>
                <a:ea typeface="Secular One"/>
                <a:cs typeface="Secular One"/>
                <a:sym typeface="Secular One"/>
              </a:defRPr>
            </a:lvl9pPr>
          </a:lstStyle>
          <a:p/>
        </p:txBody>
      </p:sp>
      <p:sp>
        <p:nvSpPr>
          <p:cNvPr id="1538" name="Google Shape;1538;p43"/>
          <p:cNvSpPr txBox="1"/>
          <p:nvPr>
            <p:ph idx="15" type="subTitle"/>
          </p:nvPr>
        </p:nvSpPr>
        <p:spPr>
          <a:xfrm>
            <a:off x="6171600" y="3057950"/>
            <a:ext cx="2176200" cy="447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7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700"/>
              <a:buFont typeface="Secular One"/>
              <a:buNone/>
              <a:defRPr sz="2700">
                <a:latin typeface="Secular One"/>
                <a:ea typeface="Secular One"/>
                <a:cs typeface="Secular One"/>
                <a:sym typeface="Secular One"/>
              </a:defRPr>
            </a:lvl2pPr>
            <a:lvl3pPr lvl="2" algn="ctr">
              <a:lnSpc>
                <a:spcPct val="100000"/>
              </a:lnSpc>
              <a:spcBef>
                <a:spcPts val="0"/>
              </a:spcBef>
              <a:spcAft>
                <a:spcPts val="0"/>
              </a:spcAft>
              <a:buSzPts val="2700"/>
              <a:buFont typeface="Secular One"/>
              <a:buNone/>
              <a:defRPr sz="2700">
                <a:latin typeface="Secular One"/>
                <a:ea typeface="Secular One"/>
                <a:cs typeface="Secular One"/>
                <a:sym typeface="Secular One"/>
              </a:defRPr>
            </a:lvl3pPr>
            <a:lvl4pPr lvl="3" algn="ctr">
              <a:lnSpc>
                <a:spcPct val="100000"/>
              </a:lnSpc>
              <a:spcBef>
                <a:spcPts val="0"/>
              </a:spcBef>
              <a:spcAft>
                <a:spcPts val="0"/>
              </a:spcAft>
              <a:buSzPts val="2700"/>
              <a:buFont typeface="Secular One"/>
              <a:buNone/>
              <a:defRPr sz="2700">
                <a:latin typeface="Secular One"/>
                <a:ea typeface="Secular One"/>
                <a:cs typeface="Secular One"/>
                <a:sym typeface="Secular One"/>
              </a:defRPr>
            </a:lvl4pPr>
            <a:lvl5pPr lvl="4" algn="ctr">
              <a:lnSpc>
                <a:spcPct val="100000"/>
              </a:lnSpc>
              <a:spcBef>
                <a:spcPts val="0"/>
              </a:spcBef>
              <a:spcAft>
                <a:spcPts val="0"/>
              </a:spcAft>
              <a:buSzPts val="2700"/>
              <a:buFont typeface="Secular One"/>
              <a:buNone/>
              <a:defRPr sz="2700">
                <a:latin typeface="Secular One"/>
                <a:ea typeface="Secular One"/>
                <a:cs typeface="Secular One"/>
                <a:sym typeface="Secular One"/>
              </a:defRPr>
            </a:lvl5pPr>
            <a:lvl6pPr lvl="5" algn="ctr">
              <a:lnSpc>
                <a:spcPct val="100000"/>
              </a:lnSpc>
              <a:spcBef>
                <a:spcPts val="0"/>
              </a:spcBef>
              <a:spcAft>
                <a:spcPts val="0"/>
              </a:spcAft>
              <a:buSzPts val="2700"/>
              <a:buFont typeface="Secular One"/>
              <a:buNone/>
              <a:defRPr sz="2700">
                <a:latin typeface="Secular One"/>
                <a:ea typeface="Secular One"/>
                <a:cs typeface="Secular One"/>
                <a:sym typeface="Secular One"/>
              </a:defRPr>
            </a:lvl6pPr>
            <a:lvl7pPr lvl="6" algn="ctr">
              <a:lnSpc>
                <a:spcPct val="100000"/>
              </a:lnSpc>
              <a:spcBef>
                <a:spcPts val="0"/>
              </a:spcBef>
              <a:spcAft>
                <a:spcPts val="0"/>
              </a:spcAft>
              <a:buSzPts val="2700"/>
              <a:buFont typeface="Secular One"/>
              <a:buNone/>
              <a:defRPr sz="2700">
                <a:latin typeface="Secular One"/>
                <a:ea typeface="Secular One"/>
                <a:cs typeface="Secular One"/>
                <a:sym typeface="Secular One"/>
              </a:defRPr>
            </a:lvl7pPr>
            <a:lvl8pPr lvl="7" algn="ctr">
              <a:lnSpc>
                <a:spcPct val="100000"/>
              </a:lnSpc>
              <a:spcBef>
                <a:spcPts val="0"/>
              </a:spcBef>
              <a:spcAft>
                <a:spcPts val="0"/>
              </a:spcAft>
              <a:buSzPts val="2700"/>
              <a:buFont typeface="Secular One"/>
              <a:buNone/>
              <a:defRPr sz="2700">
                <a:latin typeface="Secular One"/>
                <a:ea typeface="Secular One"/>
                <a:cs typeface="Secular One"/>
                <a:sym typeface="Secular One"/>
              </a:defRPr>
            </a:lvl8pPr>
            <a:lvl9pPr lvl="8" algn="ctr">
              <a:lnSpc>
                <a:spcPct val="100000"/>
              </a:lnSpc>
              <a:spcBef>
                <a:spcPts val="0"/>
              </a:spcBef>
              <a:spcAft>
                <a:spcPts val="0"/>
              </a:spcAft>
              <a:buSzPts val="2700"/>
              <a:buFont typeface="Secular One"/>
              <a:buNone/>
              <a:defRPr sz="2700">
                <a:latin typeface="Secular One"/>
                <a:ea typeface="Secular One"/>
                <a:cs typeface="Secular One"/>
                <a:sym typeface="Secular One"/>
              </a:defRPr>
            </a:lvl9pPr>
          </a:lstStyle>
          <a:p/>
        </p:txBody>
      </p:sp>
      <p:grpSp>
        <p:nvGrpSpPr>
          <p:cNvPr id="1539" name="Google Shape;1539;p43"/>
          <p:cNvGrpSpPr/>
          <p:nvPr/>
        </p:nvGrpSpPr>
        <p:grpSpPr>
          <a:xfrm>
            <a:off x="80771" y="-245678"/>
            <a:ext cx="7920920" cy="5232953"/>
            <a:chOff x="80771" y="-245678"/>
            <a:chExt cx="7920920" cy="5232953"/>
          </a:xfrm>
        </p:grpSpPr>
        <p:sp>
          <p:nvSpPr>
            <p:cNvPr id="1540" name="Google Shape;1540;p43"/>
            <p:cNvSpPr/>
            <p:nvPr/>
          </p:nvSpPr>
          <p:spPr>
            <a:xfrm rot="1771310">
              <a:off x="144225" y="10149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43"/>
            <p:cNvSpPr/>
            <p:nvPr/>
          </p:nvSpPr>
          <p:spPr>
            <a:xfrm rot="1771310">
              <a:off x="7588300" y="45140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2" name="Google Shape;1542;p43"/>
            <p:cNvPicPr preferRelativeResize="0"/>
            <p:nvPr/>
          </p:nvPicPr>
          <p:blipFill rotWithShape="1">
            <a:blip r:embed="rId2">
              <a:alphaModFix/>
            </a:blip>
            <a:srcRect b="12546" l="28959" r="12546" t="12546"/>
            <a:stretch/>
          </p:blipFill>
          <p:spPr>
            <a:xfrm rot="10800000">
              <a:off x="4096374" y="4390727"/>
              <a:ext cx="726651" cy="596548"/>
            </a:xfrm>
            <a:prstGeom prst="rect">
              <a:avLst/>
            </a:prstGeom>
            <a:noFill/>
            <a:ln>
              <a:noFill/>
            </a:ln>
          </p:spPr>
        </p:pic>
        <p:sp>
          <p:nvSpPr>
            <p:cNvPr id="1543" name="Google Shape;1543;p43"/>
            <p:cNvSpPr/>
            <p:nvPr/>
          </p:nvSpPr>
          <p:spPr>
            <a:xfrm rot="1771310">
              <a:off x="4817425" y="-182162"/>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544" name="Shape 1544"/>
        <p:cNvGrpSpPr/>
        <p:nvPr/>
      </p:nvGrpSpPr>
      <p:grpSpPr>
        <a:xfrm>
          <a:off x="0" y="0"/>
          <a:ext cx="0" cy="0"/>
          <a:chOff x="0" y="0"/>
          <a:chExt cx="0" cy="0"/>
        </a:xfrm>
      </p:grpSpPr>
      <p:grpSp>
        <p:nvGrpSpPr>
          <p:cNvPr id="1545" name="Google Shape;1545;p44"/>
          <p:cNvGrpSpPr/>
          <p:nvPr/>
        </p:nvGrpSpPr>
        <p:grpSpPr>
          <a:xfrm>
            <a:off x="-6475" y="2927242"/>
            <a:ext cx="9250200" cy="2229968"/>
            <a:chOff x="-6475" y="2927242"/>
            <a:chExt cx="9250200" cy="2229968"/>
          </a:xfrm>
        </p:grpSpPr>
        <p:grpSp>
          <p:nvGrpSpPr>
            <p:cNvPr id="1546" name="Google Shape;1546;p44"/>
            <p:cNvGrpSpPr/>
            <p:nvPr/>
          </p:nvGrpSpPr>
          <p:grpSpPr>
            <a:xfrm flipH="1">
              <a:off x="5831182" y="2927242"/>
              <a:ext cx="3303413" cy="1672406"/>
              <a:chOff x="-6475" y="2302000"/>
              <a:chExt cx="3303413" cy="1865900"/>
            </a:xfrm>
          </p:grpSpPr>
          <p:sp>
            <p:nvSpPr>
              <p:cNvPr id="1547" name="Google Shape;1547;p44"/>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44"/>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44"/>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44"/>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44"/>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44"/>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44"/>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44"/>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5" name="Google Shape;1555;p44"/>
            <p:cNvGrpSpPr/>
            <p:nvPr/>
          </p:nvGrpSpPr>
          <p:grpSpPr>
            <a:xfrm>
              <a:off x="-6475" y="2927242"/>
              <a:ext cx="3303413" cy="1672406"/>
              <a:chOff x="-6475" y="2302000"/>
              <a:chExt cx="3303413" cy="1865900"/>
            </a:xfrm>
          </p:grpSpPr>
          <p:sp>
            <p:nvSpPr>
              <p:cNvPr id="1556" name="Google Shape;1556;p44"/>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44"/>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44"/>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44"/>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44"/>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44"/>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44"/>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44"/>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4" name="Google Shape;1564;p44"/>
            <p:cNvGrpSpPr/>
            <p:nvPr/>
          </p:nvGrpSpPr>
          <p:grpSpPr>
            <a:xfrm>
              <a:off x="-6475" y="4609669"/>
              <a:ext cx="9250200" cy="547540"/>
              <a:chOff x="-6475" y="4167900"/>
              <a:chExt cx="9250200" cy="988875"/>
            </a:xfrm>
          </p:grpSpPr>
          <p:cxnSp>
            <p:nvCxnSpPr>
              <p:cNvPr id="1565" name="Google Shape;1565;p44"/>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566" name="Google Shape;1566;p44"/>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567" name="Google Shape;1567;p44"/>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568" name="Google Shape;1568;p44"/>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569" name="Google Shape;1569;p44"/>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570" name="Google Shape;1570;p44"/>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571" name="Google Shape;1571;p44"/>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572" name="Google Shape;1572;p44"/>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573" name="Google Shape;1573;p44"/>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574" name="Google Shape;1574;p44"/>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575" name="Google Shape;1575;p44"/>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576" name="Google Shape;1576;p44"/>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577" name="Google Shape;1577;p44"/>
          <p:cNvSpPr txBox="1"/>
          <p:nvPr>
            <p:ph type="title"/>
          </p:nvPr>
        </p:nvSpPr>
        <p:spPr>
          <a:xfrm>
            <a:off x="840925" y="3176488"/>
            <a:ext cx="7204500" cy="5319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27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578" name="Google Shape;1578;p44"/>
          <p:cNvSpPr txBox="1"/>
          <p:nvPr>
            <p:ph idx="1" type="subTitle"/>
          </p:nvPr>
        </p:nvSpPr>
        <p:spPr>
          <a:xfrm>
            <a:off x="840925" y="1435113"/>
            <a:ext cx="7204500" cy="14784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3000"/>
              <a:buNone/>
              <a:defRPr sz="35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grpSp>
        <p:nvGrpSpPr>
          <p:cNvPr id="1579" name="Google Shape;1579;p44"/>
          <p:cNvGrpSpPr/>
          <p:nvPr/>
        </p:nvGrpSpPr>
        <p:grpSpPr>
          <a:xfrm>
            <a:off x="-53354" y="-190278"/>
            <a:ext cx="9276145" cy="5361970"/>
            <a:chOff x="-53354" y="-190278"/>
            <a:chExt cx="9276145" cy="5361970"/>
          </a:xfrm>
        </p:grpSpPr>
        <p:sp>
          <p:nvSpPr>
            <p:cNvPr id="1580" name="Google Shape;1580;p44"/>
            <p:cNvSpPr/>
            <p:nvPr/>
          </p:nvSpPr>
          <p:spPr>
            <a:xfrm rot="1771310">
              <a:off x="10100" y="13667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44"/>
            <p:cNvSpPr/>
            <p:nvPr/>
          </p:nvSpPr>
          <p:spPr>
            <a:xfrm rot="1771310">
              <a:off x="8809400" y="22764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44"/>
            <p:cNvSpPr/>
            <p:nvPr/>
          </p:nvSpPr>
          <p:spPr>
            <a:xfrm rot="1771310">
              <a:off x="7064750" y="-126762"/>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44"/>
            <p:cNvSpPr/>
            <p:nvPr/>
          </p:nvSpPr>
          <p:spPr>
            <a:xfrm rot="1771310">
              <a:off x="776675" y="47583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584" name="Shape 1584"/>
        <p:cNvGrpSpPr/>
        <p:nvPr/>
      </p:nvGrpSpPr>
      <p:grpSpPr>
        <a:xfrm>
          <a:off x="0" y="0"/>
          <a:ext cx="0" cy="0"/>
          <a:chOff x="0" y="0"/>
          <a:chExt cx="0" cy="0"/>
        </a:xfrm>
      </p:grpSpPr>
      <p:grpSp>
        <p:nvGrpSpPr>
          <p:cNvPr id="1585" name="Google Shape;1585;p45"/>
          <p:cNvGrpSpPr/>
          <p:nvPr/>
        </p:nvGrpSpPr>
        <p:grpSpPr>
          <a:xfrm>
            <a:off x="-6475" y="2927242"/>
            <a:ext cx="9250200" cy="2229968"/>
            <a:chOff x="-6475" y="2927242"/>
            <a:chExt cx="9250200" cy="2229968"/>
          </a:xfrm>
        </p:grpSpPr>
        <p:grpSp>
          <p:nvGrpSpPr>
            <p:cNvPr id="1586" name="Google Shape;1586;p45"/>
            <p:cNvGrpSpPr/>
            <p:nvPr/>
          </p:nvGrpSpPr>
          <p:grpSpPr>
            <a:xfrm>
              <a:off x="-6475" y="2927242"/>
              <a:ext cx="3303413" cy="1672406"/>
              <a:chOff x="-6475" y="2302000"/>
              <a:chExt cx="3303413" cy="1865900"/>
            </a:xfrm>
          </p:grpSpPr>
          <p:sp>
            <p:nvSpPr>
              <p:cNvPr id="1587" name="Google Shape;1587;p45"/>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45"/>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45"/>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45"/>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45"/>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45"/>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45"/>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45"/>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5" name="Google Shape;1595;p45"/>
            <p:cNvGrpSpPr/>
            <p:nvPr/>
          </p:nvGrpSpPr>
          <p:grpSpPr>
            <a:xfrm>
              <a:off x="-6475" y="4609669"/>
              <a:ext cx="9250200" cy="547540"/>
              <a:chOff x="-6475" y="4167900"/>
              <a:chExt cx="9250200" cy="988875"/>
            </a:xfrm>
          </p:grpSpPr>
          <p:cxnSp>
            <p:nvCxnSpPr>
              <p:cNvPr id="1596" name="Google Shape;1596;p45"/>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597" name="Google Shape;1597;p45"/>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598" name="Google Shape;1598;p45"/>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599" name="Google Shape;1599;p45"/>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600" name="Google Shape;1600;p45"/>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601" name="Google Shape;1601;p45"/>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602" name="Google Shape;1602;p45"/>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603" name="Google Shape;1603;p45"/>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604" name="Google Shape;1604;p45"/>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605" name="Google Shape;1605;p45"/>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606" name="Google Shape;1606;p45"/>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607" name="Google Shape;1607;p45"/>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608" name="Google Shape;1608;p45"/>
          <p:cNvSpPr txBox="1"/>
          <p:nvPr>
            <p:ph type="title"/>
          </p:nvPr>
        </p:nvSpPr>
        <p:spPr>
          <a:xfrm>
            <a:off x="713225" y="1043852"/>
            <a:ext cx="3478800" cy="1823400"/>
          </a:xfrm>
          <a:prstGeom prst="rect">
            <a:avLst/>
          </a:prstGeom>
        </p:spPr>
        <p:txBody>
          <a:bodyPr anchorCtr="0" anchor="b"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609" name="Google Shape;1609;p45"/>
          <p:cNvSpPr txBox="1"/>
          <p:nvPr>
            <p:ph idx="1" type="subTitle"/>
          </p:nvPr>
        </p:nvSpPr>
        <p:spPr>
          <a:xfrm>
            <a:off x="713225" y="2839648"/>
            <a:ext cx="3478800" cy="802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610" name="Google Shape;1610;p45"/>
          <p:cNvGrpSpPr/>
          <p:nvPr/>
        </p:nvGrpSpPr>
        <p:grpSpPr>
          <a:xfrm>
            <a:off x="145521" y="111172"/>
            <a:ext cx="8865220" cy="3470620"/>
            <a:chOff x="145521" y="111172"/>
            <a:chExt cx="8865220" cy="3470620"/>
          </a:xfrm>
        </p:grpSpPr>
        <p:sp>
          <p:nvSpPr>
            <p:cNvPr id="1611" name="Google Shape;1611;p45"/>
            <p:cNvSpPr/>
            <p:nvPr/>
          </p:nvSpPr>
          <p:spPr>
            <a:xfrm rot="1771310">
              <a:off x="8597350" y="170913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45"/>
            <p:cNvSpPr/>
            <p:nvPr/>
          </p:nvSpPr>
          <p:spPr>
            <a:xfrm rot="1771310">
              <a:off x="208975" y="31684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45"/>
            <p:cNvSpPr/>
            <p:nvPr/>
          </p:nvSpPr>
          <p:spPr>
            <a:xfrm rot="1771310">
              <a:off x="1568275" y="1746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614" name="Shape 1614"/>
        <p:cNvGrpSpPr/>
        <p:nvPr/>
      </p:nvGrpSpPr>
      <p:grpSpPr>
        <a:xfrm>
          <a:off x="0" y="0"/>
          <a:ext cx="0" cy="0"/>
          <a:chOff x="0" y="0"/>
          <a:chExt cx="0" cy="0"/>
        </a:xfrm>
      </p:grpSpPr>
      <p:grpSp>
        <p:nvGrpSpPr>
          <p:cNvPr id="1615" name="Google Shape;1615;p46"/>
          <p:cNvGrpSpPr/>
          <p:nvPr/>
        </p:nvGrpSpPr>
        <p:grpSpPr>
          <a:xfrm>
            <a:off x="-6475" y="2927242"/>
            <a:ext cx="9250200" cy="2229968"/>
            <a:chOff x="-6475" y="2927242"/>
            <a:chExt cx="9250200" cy="2229968"/>
          </a:xfrm>
        </p:grpSpPr>
        <p:grpSp>
          <p:nvGrpSpPr>
            <p:cNvPr id="1616" name="Google Shape;1616;p46"/>
            <p:cNvGrpSpPr/>
            <p:nvPr/>
          </p:nvGrpSpPr>
          <p:grpSpPr>
            <a:xfrm flipH="1">
              <a:off x="5831182" y="2927242"/>
              <a:ext cx="3303413" cy="1672406"/>
              <a:chOff x="-6475" y="2302000"/>
              <a:chExt cx="3303413" cy="1865900"/>
            </a:xfrm>
          </p:grpSpPr>
          <p:sp>
            <p:nvSpPr>
              <p:cNvPr id="1617" name="Google Shape;1617;p46"/>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46"/>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46"/>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46"/>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46"/>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46"/>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46"/>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46"/>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5" name="Google Shape;1625;p46"/>
            <p:cNvGrpSpPr/>
            <p:nvPr/>
          </p:nvGrpSpPr>
          <p:grpSpPr>
            <a:xfrm>
              <a:off x="-6475" y="2927242"/>
              <a:ext cx="3303413" cy="1672406"/>
              <a:chOff x="-6475" y="2302000"/>
              <a:chExt cx="3303413" cy="1865900"/>
            </a:xfrm>
          </p:grpSpPr>
          <p:sp>
            <p:nvSpPr>
              <p:cNvPr id="1626" name="Google Shape;1626;p46"/>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46"/>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46"/>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46"/>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46"/>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46"/>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46"/>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46"/>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4" name="Google Shape;1634;p46"/>
            <p:cNvGrpSpPr/>
            <p:nvPr/>
          </p:nvGrpSpPr>
          <p:grpSpPr>
            <a:xfrm>
              <a:off x="-6475" y="4609669"/>
              <a:ext cx="9250200" cy="547540"/>
              <a:chOff x="-6475" y="4167900"/>
              <a:chExt cx="9250200" cy="988875"/>
            </a:xfrm>
          </p:grpSpPr>
          <p:cxnSp>
            <p:nvCxnSpPr>
              <p:cNvPr id="1635" name="Google Shape;1635;p46"/>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636" name="Google Shape;1636;p46"/>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637" name="Google Shape;1637;p46"/>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638" name="Google Shape;1638;p46"/>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639" name="Google Shape;1639;p46"/>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640" name="Google Shape;1640;p46"/>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641" name="Google Shape;1641;p46"/>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642" name="Google Shape;1642;p46"/>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643" name="Google Shape;1643;p46"/>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644" name="Google Shape;1644;p46"/>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645" name="Google Shape;1645;p46"/>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646" name="Google Shape;1646;p46"/>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647" name="Google Shape;1647;p46"/>
          <p:cNvSpPr txBox="1"/>
          <p:nvPr>
            <p:ph type="title"/>
          </p:nvPr>
        </p:nvSpPr>
        <p:spPr>
          <a:xfrm>
            <a:off x="713225" y="1915375"/>
            <a:ext cx="3378000" cy="6912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648" name="Google Shape;1648;p46"/>
          <p:cNvSpPr txBox="1"/>
          <p:nvPr>
            <p:ph idx="1" type="subTitle"/>
          </p:nvPr>
        </p:nvSpPr>
        <p:spPr>
          <a:xfrm>
            <a:off x="713225" y="2606575"/>
            <a:ext cx="3378000" cy="819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649" name="Google Shape;1649;p46"/>
          <p:cNvGrpSpPr/>
          <p:nvPr/>
        </p:nvGrpSpPr>
        <p:grpSpPr>
          <a:xfrm>
            <a:off x="120146" y="181297"/>
            <a:ext cx="6870870" cy="4814470"/>
            <a:chOff x="120146" y="181297"/>
            <a:chExt cx="6870870" cy="4814470"/>
          </a:xfrm>
        </p:grpSpPr>
        <p:grpSp>
          <p:nvGrpSpPr>
            <p:cNvPr id="1650" name="Google Shape;1650;p46"/>
            <p:cNvGrpSpPr/>
            <p:nvPr/>
          </p:nvGrpSpPr>
          <p:grpSpPr>
            <a:xfrm>
              <a:off x="120146" y="181297"/>
              <a:ext cx="6870870" cy="4814470"/>
              <a:chOff x="120146" y="181297"/>
              <a:chExt cx="6870870" cy="4814470"/>
            </a:xfrm>
          </p:grpSpPr>
          <p:sp>
            <p:nvSpPr>
              <p:cNvPr id="1651" name="Google Shape;1651;p46"/>
              <p:cNvSpPr/>
              <p:nvPr/>
            </p:nvSpPr>
            <p:spPr>
              <a:xfrm rot="1771310">
                <a:off x="6577625" y="2448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46"/>
              <p:cNvSpPr/>
              <p:nvPr/>
            </p:nvSpPr>
            <p:spPr>
              <a:xfrm rot="1771310">
                <a:off x="183600" y="12942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46"/>
              <p:cNvSpPr/>
              <p:nvPr/>
            </p:nvSpPr>
            <p:spPr>
              <a:xfrm rot="1771310">
                <a:off x="3735325" y="458243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4" name="Google Shape;1654;p46"/>
            <p:cNvGrpSpPr/>
            <p:nvPr/>
          </p:nvGrpSpPr>
          <p:grpSpPr>
            <a:xfrm>
              <a:off x="2247385" y="281314"/>
              <a:ext cx="745978" cy="516368"/>
              <a:chOff x="3917850" y="-2722083"/>
              <a:chExt cx="1171264" cy="810752"/>
            </a:xfrm>
          </p:grpSpPr>
          <p:sp>
            <p:nvSpPr>
              <p:cNvPr id="1655" name="Google Shape;1655;p46"/>
              <p:cNvSpPr/>
              <p:nvPr/>
            </p:nvSpPr>
            <p:spPr>
              <a:xfrm>
                <a:off x="3917850" y="-2519395"/>
                <a:ext cx="468064" cy="405392"/>
              </a:xfrm>
              <a:custGeom>
                <a:rect b="b" l="l" r="r" t="t"/>
                <a:pathLst>
                  <a:path extrusionOk="0" fill="none" h="25337" w="29254">
                    <a:moveTo>
                      <a:pt x="21942" y="0"/>
                    </a:moveTo>
                    <a:lnTo>
                      <a:pt x="7314" y="0"/>
                    </a:lnTo>
                    <a:lnTo>
                      <a:pt x="0" y="12668"/>
                    </a:lnTo>
                    <a:lnTo>
                      <a:pt x="7314" y="25336"/>
                    </a:lnTo>
                    <a:lnTo>
                      <a:pt x="21942"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46"/>
              <p:cNvSpPr/>
              <p:nvPr/>
            </p:nvSpPr>
            <p:spPr>
              <a:xfrm>
                <a:off x="4621050" y="-2519395"/>
                <a:ext cx="468064" cy="405392"/>
              </a:xfrm>
              <a:custGeom>
                <a:rect b="b" l="l" r="r" t="t"/>
                <a:pathLst>
                  <a:path extrusionOk="0" fill="none" h="25337" w="29254">
                    <a:moveTo>
                      <a:pt x="21940" y="0"/>
                    </a:moveTo>
                    <a:lnTo>
                      <a:pt x="7314" y="0"/>
                    </a:lnTo>
                    <a:lnTo>
                      <a:pt x="0" y="12668"/>
                    </a:lnTo>
                    <a:lnTo>
                      <a:pt x="7314" y="25336"/>
                    </a:lnTo>
                    <a:lnTo>
                      <a:pt x="21940"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46"/>
              <p:cNvSpPr/>
              <p:nvPr/>
            </p:nvSpPr>
            <p:spPr>
              <a:xfrm>
                <a:off x="4269322" y="-2722083"/>
                <a:ext cx="468096" cy="405392"/>
              </a:xfrm>
              <a:custGeom>
                <a:rect b="b" l="l" r="r" t="t"/>
                <a:pathLst>
                  <a:path extrusionOk="0" fill="none" h="25337" w="29256">
                    <a:moveTo>
                      <a:pt x="21942" y="1"/>
                    </a:moveTo>
                    <a:lnTo>
                      <a:pt x="7314" y="1"/>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46"/>
              <p:cNvSpPr/>
              <p:nvPr/>
            </p:nvSpPr>
            <p:spPr>
              <a:xfrm>
                <a:off x="4269322" y="-2316707"/>
                <a:ext cx="468096" cy="405376"/>
              </a:xfrm>
              <a:custGeom>
                <a:rect b="b" l="l" r="r" t="t"/>
                <a:pathLst>
                  <a:path extrusionOk="0" fill="none" h="25336" w="29256">
                    <a:moveTo>
                      <a:pt x="21942" y="0"/>
                    </a:moveTo>
                    <a:lnTo>
                      <a:pt x="7314" y="0"/>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659" name="Shape 1659"/>
        <p:cNvGrpSpPr/>
        <p:nvPr/>
      </p:nvGrpSpPr>
      <p:grpSpPr>
        <a:xfrm>
          <a:off x="0" y="0"/>
          <a:ext cx="0" cy="0"/>
          <a:chOff x="0" y="0"/>
          <a:chExt cx="0" cy="0"/>
        </a:xfrm>
      </p:grpSpPr>
      <p:grpSp>
        <p:nvGrpSpPr>
          <p:cNvPr id="1660" name="Google Shape;1660;p47"/>
          <p:cNvGrpSpPr/>
          <p:nvPr/>
        </p:nvGrpSpPr>
        <p:grpSpPr>
          <a:xfrm>
            <a:off x="-6475" y="2927242"/>
            <a:ext cx="9250200" cy="2229968"/>
            <a:chOff x="-6475" y="2927242"/>
            <a:chExt cx="9250200" cy="2229968"/>
          </a:xfrm>
        </p:grpSpPr>
        <p:grpSp>
          <p:nvGrpSpPr>
            <p:cNvPr id="1661" name="Google Shape;1661;p47"/>
            <p:cNvGrpSpPr/>
            <p:nvPr/>
          </p:nvGrpSpPr>
          <p:grpSpPr>
            <a:xfrm flipH="1">
              <a:off x="5831182" y="2927242"/>
              <a:ext cx="3303413" cy="1672406"/>
              <a:chOff x="-6475" y="2302000"/>
              <a:chExt cx="3303413" cy="1865900"/>
            </a:xfrm>
          </p:grpSpPr>
          <p:sp>
            <p:nvSpPr>
              <p:cNvPr id="1662" name="Google Shape;1662;p47"/>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47"/>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47"/>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47"/>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47"/>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47"/>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47"/>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47"/>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0" name="Google Shape;1670;p47"/>
            <p:cNvGrpSpPr/>
            <p:nvPr/>
          </p:nvGrpSpPr>
          <p:grpSpPr>
            <a:xfrm>
              <a:off x="-6475" y="2927242"/>
              <a:ext cx="3303413" cy="1672406"/>
              <a:chOff x="-6475" y="2302000"/>
              <a:chExt cx="3303413" cy="1865900"/>
            </a:xfrm>
          </p:grpSpPr>
          <p:sp>
            <p:nvSpPr>
              <p:cNvPr id="1671" name="Google Shape;1671;p47"/>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47"/>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47"/>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47"/>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47"/>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47"/>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47"/>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47"/>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9" name="Google Shape;1679;p47"/>
            <p:cNvGrpSpPr/>
            <p:nvPr/>
          </p:nvGrpSpPr>
          <p:grpSpPr>
            <a:xfrm>
              <a:off x="-6475" y="4609669"/>
              <a:ext cx="9250200" cy="547540"/>
              <a:chOff x="-6475" y="4167900"/>
              <a:chExt cx="9250200" cy="988875"/>
            </a:xfrm>
          </p:grpSpPr>
          <p:cxnSp>
            <p:nvCxnSpPr>
              <p:cNvPr id="1680" name="Google Shape;1680;p47"/>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681" name="Google Shape;1681;p47"/>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682" name="Google Shape;1682;p47"/>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683" name="Google Shape;1683;p47"/>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684" name="Google Shape;1684;p47"/>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685" name="Google Shape;1685;p47"/>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686" name="Google Shape;1686;p47"/>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687" name="Google Shape;1687;p47"/>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688" name="Google Shape;1688;p47"/>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689" name="Google Shape;1689;p47"/>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690" name="Google Shape;1690;p47"/>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691" name="Google Shape;1691;p47"/>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692" name="Google Shape;1692;p47"/>
          <p:cNvSpPr txBox="1"/>
          <p:nvPr>
            <p:ph type="title"/>
          </p:nvPr>
        </p:nvSpPr>
        <p:spPr>
          <a:xfrm>
            <a:off x="4895672" y="1915375"/>
            <a:ext cx="3534900" cy="572700"/>
          </a:xfrm>
          <a:prstGeom prst="rect">
            <a:avLst/>
          </a:prstGeom>
        </p:spPr>
        <p:txBody>
          <a:bodyPr anchorCtr="0" anchor="t" bIns="91425" lIns="91425" spcFirstLastPara="1" rIns="91425" wrap="square" tIns="91425">
            <a:noAutofit/>
          </a:bodyPr>
          <a:lstStyle>
            <a:lvl1pPr lvl="0" algn="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693" name="Google Shape;1693;p47"/>
          <p:cNvSpPr txBox="1"/>
          <p:nvPr>
            <p:ph idx="1" type="subTitle"/>
          </p:nvPr>
        </p:nvSpPr>
        <p:spPr>
          <a:xfrm>
            <a:off x="4895840" y="2488075"/>
            <a:ext cx="3534900" cy="1080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694" name="Shape 1694"/>
        <p:cNvGrpSpPr/>
        <p:nvPr/>
      </p:nvGrpSpPr>
      <p:grpSpPr>
        <a:xfrm>
          <a:off x="0" y="0"/>
          <a:ext cx="0" cy="0"/>
          <a:chOff x="0" y="0"/>
          <a:chExt cx="0" cy="0"/>
        </a:xfrm>
      </p:grpSpPr>
      <p:grpSp>
        <p:nvGrpSpPr>
          <p:cNvPr id="1695" name="Google Shape;1695;p48"/>
          <p:cNvGrpSpPr/>
          <p:nvPr/>
        </p:nvGrpSpPr>
        <p:grpSpPr>
          <a:xfrm>
            <a:off x="-6475" y="2927242"/>
            <a:ext cx="9250200" cy="2229968"/>
            <a:chOff x="-6475" y="2927242"/>
            <a:chExt cx="9250200" cy="2229968"/>
          </a:xfrm>
        </p:grpSpPr>
        <p:grpSp>
          <p:nvGrpSpPr>
            <p:cNvPr id="1696" name="Google Shape;1696;p48"/>
            <p:cNvGrpSpPr/>
            <p:nvPr/>
          </p:nvGrpSpPr>
          <p:grpSpPr>
            <a:xfrm flipH="1">
              <a:off x="5831182" y="2927242"/>
              <a:ext cx="3303413" cy="1672406"/>
              <a:chOff x="-6475" y="2302000"/>
              <a:chExt cx="3303413" cy="1865900"/>
            </a:xfrm>
          </p:grpSpPr>
          <p:sp>
            <p:nvSpPr>
              <p:cNvPr id="1697" name="Google Shape;1697;p48"/>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48"/>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48"/>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48"/>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48"/>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48"/>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48"/>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48"/>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5" name="Google Shape;1705;p48"/>
            <p:cNvGrpSpPr/>
            <p:nvPr/>
          </p:nvGrpSpPr>
          <p:grpSpPr>
            <a:xfrm>
              <a:off x="-6475" y="2927242"/>
              <a:ext cx="3303413" cy="1672406"/>
              <a:chOff x="-6475" y="2302000"/>
              <a:chExt cx="3303413" cy="1865900"/>
            </a:xfrm>
          </p:grpSpPr>
          <p:sp>
            <p:nvSpPr>
              <p:cNvPr id="1706" name="Google Shape;1706;p48"/>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48"/>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48"/>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48"/>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48"/>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48"/>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48"/>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48"/>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4" name="Google Shape;1714;p48"/>
            <p:cNvGrpSpPr/>
            <p:nvPr/>
          </p:nvGrpSpPr>
          <p:grpSpPr>
            <a:xfrm>
              <a:off x="-6475" y="4609669"/>
              <a:ext cx="9250200" cy="547540"/>
              <a:chOff x="-6475" y="4167900"/>
              <a:chExt cx="9250200" cy="988875"/>
            </a:xfrm>
          </p:grpSpPr>
          <p:cxnSp>
            <p:nvCxnSpPr>
              <p:cNvPr id="1715" name="Google Shape;1715;p48"/>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716" name="Google Shape;1716;p48"/>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717" name="Google Shape;1717;p48"/>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718" name="Google Shape;1718;p48"/>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719" name="Google Shape;1719;p48"/>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720" name="Google Shape;1720;p48"/>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721" name="Google Shape;1721;p48"/>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722" name="Google Shape;1722;p48"/>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723" name="Google Shape;1723;p48"/>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724" name="Google Shape;1724;p48"/>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725" name="Google Shape;1725;p48"/>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726" name="Google Shape;1726;p48"/>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grpSp>
        <p:nvGrpSpPr>
          <p:cNvPr id="1727" name="Google Shape;1727;p48"/>
          <p:cNvGrpSpPr/>
          <p:nvPr/>
        </p:nvGrpSpPr>
        <p:grpSpPr>
          <a:xfrm>
            <a:off x="-155204" y="-3"/>
            <a:ext cx="9530395" cy="3591153"/>
            <a:chOff x="-155204" y="-3"/>
            <a:chExt cx="9530395" cy="3591153"/>
          </a:xfrm>
        </p:grpSpPr>
        <p:sp>
          <p:nvSpPr>
            <p:cNvPr id="1728" name="Google Shape;1728;p48"/>
            <p:cNvSpPr/>
            <p:nvPr/>
          </p:nvSpPr>
          <p:spPr>
            <a:xfrm rot="1771310">
              <a:off x="6451550" y="635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48"/>
            <p:cNvSpPr/>
            <p:nvPr/>
          </p:nvSpPr>
          <p:spPr>
            <a:xfrm rot="1771310">
              <a:off x="8961800" y="12910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48"/>
            <p:cNvSpPr/>
            <p:nvPr/>
          </p:nvSpPr>
          <p:spPr>
            <a:xfrm rot="1771310">
              <a:off x="-91750" y="2316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31" name="Google Shape;1731;p48"/>
            <p:cNvPicPr preferRelativeResize="0"/>
            <p:nvPr/>
          </p:nvPicPr>
          <p:blipFill rotWithShape="1">
            <a:blip r:embed="rId2">
              <a:alphaModFix/>
            </a:blip>
            <a:srcRect b="12546" l="28959" r="12546" t="12546"/>
            <a:stretch/>
          </p:blipFill>
          <p:spPr>
            <a:xfrm rot="10800000">
              <a:off x="-13426" y="2994602"/>
              <a:ext cx="726651" cy="596548"/>
            </a:xfrm>
            <a:prstGeom prst="rect">
              <a:avLst/>
            </a:prstGeom>
            <a:noFill/>
            <a:ln>
              <a:noFill/>
            </a:ln>
          </p:spPr>
        </p:pic>
      </p:grpSp>
      <p:sp>
        <p:nvSpPr>
          <p:cNvPr id="1732" name="Google Shape;1732;p4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33" name="Google Shape;1733;p48"/>
          <p:cNvSpPr txBox="1"/>
          <p:nvPr>
            <p:ph idx="1" type="subTitle"/>
          </p:nvPr>
        </p:nvSpPr>
        <p:spPr>
          <a:xfrm>
            <a:off x="2681302" y="3387506"/>
            <a:ext cx="5060700" cy="5334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34" name="Google Shape;1734;p48"/>
          <p:cNvSpPr txBox="1"/>
          <p:nvPr>
            <p:ph idx="2" type="subTitle"/>
          </p:nvPr>
        </p:nvSpPr>
        <p:spPr>
          <a:xfrm>
            <a:off x="1401998" y="1912906"/>
            <a:ext cx="5060700" cy="533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35" name="Google Shape;1735;p48"/>
          <p:cNvSpPr txBox="1"/>
          <p:nvPr>
            <p:ph idx="3" type="subTitle"/>
          </p:nvPr>
        </p:nvSpPr>
        <p:spPr>
          <a:xfrm>
            <a:off x="2681297" y="2994600"/>
            <a:ext cx="5060700" cy="533400"/>
          </a:xfrm>
          <a:prstGeom prst="rect">
            <a:avLst/>
          </a:prstGeom>
        </p:spPr>
        <p:txBody>
          <a:bodyPr anchorCtr="0" anchor="b" bIns="91425" lIns="91425" spcFirstLastPara="1" rIns="91425" wrap="square" tIns="91425">
            <a:noAutofit/>
          </a:bodyPr>
          <a:lstStyle>
            <a:lvl1pPr lvl="0" algn="r">
              <a:lnSpc>
                <a:spcPct val="100000"/>
              </a:lnSpc>
              <a:spcBef>
                <a:spcPts val="0"/>
              </a:spcBef>
              <a:spcAft>
                <a:spcPts val="0"/>
              </a:spcAft>
              <a:buSzPts val="14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1400"/>
              <a:buFont typeface="Secular One"/>
              <a:buNone/>
              <a:defRPr>
                <a:latin typeface="Secular One"/>
                <a:ea typeface="Secular One"/>
                <a:cs typeface="Secular One"/>
                <a:sym typeface="Secular One"/>
              </a:defRPr>
            </a:lvl2pPr>
            <a:lvl3pPr lvl="2" algn="ctr">
              <a:lnSpc>
                <a:spcPct val="100000"/>
              </a:lnSpc>
              <a:spcBef>
                <a:spcPts val="0"/>
              </a:spcBef>
              <a:spcAft>
                <a:spcPts val="0"/>
              </a:spcAft>
              <a:buSzPts val="1400"/>
              <a:buFont typeface="Secular One"/>
              <a:buNone/>
              <a:defRPr>
                <a:latin typeface="Secular One"/>
                <a:ea typeface="Secular One"/>
                <a:cs typeface="Secular One"/>
                <a:sym typeface="Secular One"/>
              </a:defRPr>
            </a:lvl3pPr>
            <a:lvl4pPr lvl="3" algn="ctr">
              <a:lnSpc>
                <a:spcPct val="100000"/>
              </a:lnSpc>
              <a:spcBef>
                <a:spcPts val="0"/>
              </a:spcBef>
              <a:spcAft>
                <a:spcPts val="0"/>
              </a:spcAft>
              <a:buSzPts val="1400"/>
              <a:buFont typeface="Secular One"/>
              <a:buNone/>
              <a:defRPr>
                <a:latin typeface="Secular One"/>
                <a:ea typeface="Secular One"/>
                <a:cs typeface="Secular One"/>
                <a:sym typeface="Secular One"/>
              </a:defRPr>
            </a:lvl4pPr>
            <a:lvl5pPr lvl="4" algn="ctr">
              <a:lnSpc>
                <a:spcPct val="100000"/>
              </a:lnSpc>
              <a:spcBef>
                <a:spcPts val="0"/>
              </a:spcBef>
              <a:spcAft>
                <a:spcPts val="0"/>
              </a:spcAft>
              <a:buSzPts val="1400"/>
              <a:buFont typeface="Secular One"/>
              <a:buNone/>
              <a:defRPr>
                <a:latin typeface="Secular One"/>
                <a:ea typeface="Secular One"/>
                <a:cs typeface="Secular One"/>
                <a:sym typeface="Secular One"/>
              </a:defRPr>
            </a:lvl5pPr>
            <a:lvl6pPr lvl="5" algn="ctr">
              <a:lnSpc>
                <a:spcPct val="100000"/>
              </a:lnSpc>
              <a:spcBef>
                <a:spcPts val="0"/>
              </a:spcBef>
              <a:spcAft>
                <a:spcPts val="0"/>
              </a:spcAft>
              <a:buSzPts val="1400"/>
              <a:buFont typeface="Secular One"/>
              <a:buNone/>
              <a:defRPr>
                <a:latin typeface="Secular One"/>
                <a:ea typeface="Secular One"/>
                <a:cs typeface="Secular One"/>
                <a:sym typeface="Secular One"/>
              </a:defRPr>
            </a:lvl6pPr>
            <a:lvl7pPr lvl="6" algn="ctr">
              <a:lnSpc>
                <a:spcPct val="100000"/>
              </a:lnSpc>
              <a:spcBef>
                <a:spcPts val="0"/>
              </a:spcBef>
              <a:spcAft>
                <a:spcPts val="0"/>
              </a:spcAft>
              <a:buSzPts val="1400"/>
              <a:buFont typeface="Secular One"/>
              <a:buNone/>
              <a:defRPr>
                <a:latin typeface="Secular One"/>
                <a:ea typeface="Secular One"/>
                <a:cs typeface="Secular One"/>
                <a:sym typeface="Secular One"/>
              </a:defRPr>
            </a:lvl7pPr>
            <a:lvl8pPr lvl="7" algn="ctr">
              <a:lnSpc>
                <a:spcPct val="100000"/>
              </a:lnSpc>
              <a:spcBef>
                <a:spcPts val="0"/>
              </a:spcBef>
              <a:spcAft>
                <a:spcPts val="0"/>
              </a:spcAft>
              <a:buSzPts val="1400"/>
              <a:buFont typeface="Secular One"/>
              <a:buNone/>
              <a:defRPr>
                <a:latin typeface="Secular One"/>
                <a:ea typeface="Secular One"/>
                <a:cs typeface="Secular One"/>
                <a:sym typeface="Secular One"/>
              </a:defRPr>
            </a:lvl8pPr>
            <a:lvl9pPr lvl="8" algn="ctr">
              <a:lnSpc>
                <a:spcPct val="100000"/>
              </a:lnSpc>
              <a:spcBef>
                <a:spcPts val="0"/>
              </a:spcBef>
              <a:spcAft>
                <a:spcPts val="0"/>
              </a:spcAft>
              <a:buSzPts val="1400"/>
              <a:buFont typeface="Secular One"/>
              <a:buNone/>
              <a:defRPr>
                <a:latin typeface="Secular One"/>
                <a:ea typeface="Secular One"/>
                <a:cs typeface="Secular One"/>
                <a:sym typeface="Secular One"/>
              </a:defRPr>
            </a:lvl9pPr>
          </a:lstStyle>
          <a:p/>
        </p:txBody>
      </p:sp>
      <p:sp>
        <p:nvSpPr>
          <p:cNvPr id="1736" name="Google Shape;1736;p48"/>
          <p:cNvSpPr txBox="1"/>
          <p:nvPr>
            <p:ph idx="4" type="subTitle"/>
          </p:nvPr>
        </p:nvSpPr>
        <p:spPr>
          <a:xfrm>
            <a:off x="1401998" y="1519988"/>
            <a:ext cx="5060700" cy="5334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14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1400"/>
              <a:buFont typeface="Secular One"/>
              <a:buNone/>
              <a:defRPr>
                <a:latin typeface="Secular One"/>
                <a:ea typeface="Secular One"/>
                <a:cs typeface="Secular One"/>
                <a:sym typeface="Secular One"/>
              </a:defRPr>
            </a:lvl2pPr>
            <a:lvl3pPr lvl="2" algn="ctr">
              <a:lnSpc>
                <a:spcPct val="100000"/>
              </a:lnSpc>
              <a:spcBef>
                <a:spcPts val="0"/>
              </a:spcBef>
              <a:spcAft>
                <a:spcPts val="0"/>
              </a:spcAft>
              <a:buSzPts val="1400"/>
              <a:buFont typeface="Secular One"/>
              <a:buNone/>
              <a:defRPr>
                <a:latin typeface="Secular One"/>
                <a:ea typeface="Secular One"/>
                <a:cs typeface="Secular One"/>
                <a:sym typeface="Secular One"/>
              </a:defRPr>
            </a:lvl3pPr>
            <a:lvl4pPr lvl="3" algn="ctr">
              <a:lnSpc>
                <a:spcPct val="100000"/>
              </a:lnSpc>
              <a:spcBef>
                <a:spcPts val="0"/>
              </a:spcBef>
              <a:spcAft>
                <a:spcPts val="0"/>
              </a:spcAft>
              <a:buSzPts val="1400"/>
              <a:buFont typeface="Secular One"/>
              <a:buNone/>
              <a:defRPr>
                <a:latin typeface="Secular One"/>
                <a:ea typeface="Secular One"/>
                <a:cs typeface="Secular One"/>
                <a:sym typeface="Secular One"/>
              </a:defRPr>
            </a:lvl4pPr>
            <a:lvl5pPr lvl="4" algn="ctr">
              <a:lnSpc>
                <a:spcPct val="100000"/>
              </a:lnSpc>
              <a:spcBef>
                <a:spcPts val="0"/>
              </a:spcBef>
              <a:spcAft>
                <a:spcPts val="0"/>
              </a:spcAft>
              <a:buSzPts val="1400"/>
              <a:buFont typeface="Secular One"/>
              <a:buNone/>
              <a:defRPr>
                <a:latin typeface="Secular One"/>
                <a:ea typeface="Secular One"/>
                <a:cs typeface="Secular One"/>
                <a:sym typeface="Secular One"/>
              </a:defRPr>
            </a:lvl5pPr>
            <a:lvl6pPr lvl="5" algn="ctr">
              <a:lnSpc>
                <a:spcPct val="100000"/>
              </a:lnSpc>
              <a:spcBef>
                <a:spcPts val="0"/>
              </a:spcBef>
              <a:spcAft>
                <a:spcPts val="0"/>
              </a:spcAft>
              <a:buSzPts val="1400"/>
              <a:buFont typeface="Secular One"/>
              <a:buNone/>
              <a:defRPr>
                <a:latin typeface="Secular One"/>
                <a:ea typeface="Secular One"/>
                <a:cs typeface="Secular One"/>
                <a:sym typeface="Secular One"/>
              </a:defRPr>
            </a:lvl6pPr>
            <a:lvl7pPr lvl="6" algn="ctr">
              <a:lnSpc>
                <a:spcPct val="100000"/>
              </a:lnSpc>
              <a:spcBef>
                <a:spcPts val="0"/>
              </a:spcBef>
              <a:spcAft>
                <a:spcPts val="0"/>
              </a:spcAft>
              <a:buSzPts val="1400"/>
              <a:buFont typeface="Secular One"/>
              <a:buNone/>
              <a:defRPr>
                <a:latin typeface="Secular One"/>
                <a:ea typeface="Secular One"/>
                <a:cs typeface="Secular One"/>
                <a:sym typeface="Secular One"/>
              </a:defRPr>
            </a:lvl7pPr>
            <a:lvl8pPr lvl="7" algn="ctr">
              <a:lnSpc>
                <a:spcPct val="100000"/>
              </a:lnSpc>
              <a:spcBef>
                <a:spcPts val="0"/>
              </a:spcBef>
              <a:spcAft>
                <a:spcPts val="0"/>
              </a:spcAft>
              <a:buSzPts val="1400"/>
              <a:buFont typeface="Secular One"/>
              <a:buNone/>
              <a:defRPr>
                <a:latin typeface="Secular One"/>
                <a:ea typeface="Secular One"/>
                <a:cs typeface="Secular One"/>
                <a:sym typeface="Secular One"/>
              </a:defRPr>
            </a:lvl8pPr>
            <a:lvl9pPr lvl="8" algn="ctr">
              <a:lnSpc>
                <a:spcPct val="100000"/>
              </a:lnSpc>
              <a:spcBef>
                <a:spcPts val="0"/>
              </a:spcBef>
              <a:spcAft>
                <a:spcPts val="0"/>
              </a:spcAft>
              <a:buSzPts val="1400"/>
              <a:buFont typeface="Secular One"/>
              <a:buNone/>
              <a:defRPr>
                <a:latin typeface="Secular One"/>
                <a:ea typeface="Secular One"/>
                <a:cs typeface="Secular One"/>
                <a:sym typeface="Secular 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737" name="Shape 1737"/>
        <p:cNvGrpSpPr/>
        <p:nvPr/>
      </p:nvGrpSpPr>
      <p:grpSpPr>
        <a:xfrm>
          <a:off x="0" y="0"/>
          <a:ext cx="0" cy="0"/>
          <a:chOff x="0" y="0"/>
          <a:chExt cx="0" cy="0"/>
        </a:xfrm>
      </p:grpSpPr>
      <p:grpSp>
        <p:nvGrpSpPr>
          <p:cNvPr id="1738" name="Google Shape;1738;p49"/>
          <p:cNvGrpSpPr/>
          <p:nvPr/>
        </p:nvGrpSpPr>
        <p:grpSpPr>
          <a:xfrm>
            <a:off x="-6475" y="2927242"/>
            <a:ext cx="9250200" cy="2229968"/>
            <a:chOff x="-6475" y="2927242"/>
            <a:chExt cx="9250200" cy="2229968"/>
          </a:xfrm>
        </p:grpSpPr>
        <p:grpSp>
          <p:nvGrpSpPr>
            <p:cNvPr id="1739" name="Google Shape;1739;p49"/>
            <p:cNvGrpSpPr/>
            <p:nvPr/>
          </p:nvGrpSpPr>
          <p:grpSpPr>
            <a:xfrm flipH="1">
              <a:off x="5831182" y="2927242"/>
              <a:ext cx="3303413" cy="1672406"/>
              <a:chOff x="-6475" y="2302000"/>
              <a:chExt cx="3303413" cy="1865900"/>
            </a:xfrm>
          </p:grpSpPr>
          <p:sp>
            <p:nvSpPr>
              <p:cNvPr id="1740" name="Google Shape;1740;p49"/>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49"/>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49"/>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49"/>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49"/>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49"/>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49"/>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49"/>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8" name="Google Shape;1748;p49"/>
            <p:cNvGrpSpPr/>
            <p:nvPr/>
          </p:nvGrpSpPr>
          <p:grpSpPr>
            <a:xfrm>
              <a:off x="-6475" y="2927242"/>
              <a:ext cx="3303413" cy="1672406"/>
              <a:chOff x="-6475" y="2302000"/>
              <a:chExt cx="3303413" cy="1865900"/>
            </a:xfrm>
          </p:grpSpPr>
          <p:sp>
            <p:nvSpPr>
              <p:cNvPr id="1749" name="Google Shape;1749;p49"/>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49"/>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49"/>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49"/>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49"/>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49"/>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49"/>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49"/>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7" name="Google Shape;1757;p49"/>
            <p:cNvGrpSpPr/>
            <p:nvPr/>
          </p:nvGrpSpPr>
          <p:grpSpPr>
            <a:xfrm>
              <a:off x="-6475" y="4609669"/>
              <a:ext cx="9250200" cy="547540"/>
              <a:chOff x="-6475" y="4167900"/>
              <a:chExt cx="9250200" cy="988875"/>
            </a:xfrm>
          </p:grpSpPr>
          <p:cxnSp>
            <p:nvCxnSpPr>
              <p:cNvPr id="1758" name="Google Shape;1758;p49"/>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759" name="Google Shape;1759;p49"/>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760" name="Google Shape;1760;p49"/>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761" name="Google Shape;1761;p49"/>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762" name="Google Shape;1762;p49"/>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763" name="Google Shape;1763;p49"/>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764" name="Google Shape;1764;p49"/>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765" name="Google Shape;1765;p49"/>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766" name="Google Shape;1766;p49"/>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767" name="Google Shape;1767;p49"/>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768" name="Google Shape;1768;p49"/>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769" name="Google Shape;1769;p49"/>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770" name="Google Shape;1770;p4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71" name="Google Shape;1771;p49"/>
          <p:cNvSpPr txBox="1"/>
          <p:nvPr>
            <p:ph idx="1" type="subTitle"/>
          </p:nvPr>
        </p:nvSpPr>
        <p:spPr>
          <a:xfrm>
            <a:off x="4620465" y="1480000"/>
            <a:ext cx="3228900" cy="57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72" name="Google Shape;1772;p49"/>
          <p:cNvSpPr txBox="1"/>
          <p:nvPr>
            <p:ph idx="2" type="subTitle"/>
          </p:nvPr>
        </p:nvSpPr>
        <p:spPr>
          <a:xfrm>
            <a:off x="4620465" y="2478613"/>
            <a:ext cx="3228900" cy="57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73" name="Google Shape;1773;p49"/>
          <p:cNvSpPr txBox="1"/>
          <p:nvPr>
            <p:ph idx="3" type="subTitle"/>
          </p:nvPr>
        </p:nvSpPr>
        <p:spPr>
          <a:xfrm>
            <a:off x="4620465" y="3477225"/>
            <a:ext cx="3228900" cy="57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74" name="Google Shape;1774;p49"/>
          <p:cNvSpPr txBox="1"/>
          <p:nvPr>
            <p:ph idx="4" type="subTitle"/>
          </p:nvPr>
        </p:nvSpPr>
        <p:spPr>
          <a:xfrm>
            <a:off x="1481300" y="1480000"/>
            <a:ext cx="31392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1775" name="Google Shape;1775;p49"/>
          <p:cNvSpPr txBox="1"/>
          <p:nvPr>
            <p:ph idx="5" type="subTitle"/>
          </p:nvPr>
        </p:nvSpPr>
        <p:spPr>
          <a:xfrm>
            <a:off x="1481301" y="2478602"/>
            <a:ext cx="31392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1776" name="Google Shape;1776;p49"/>
          <p:cNvSpPr txBox="1"/>
          <p:nvPr>
            <p:ph idx="6" type="subTitle"/>
          </p:nvPr>
        </p:nvSpPr>
        <p:spPr>
          <a:xfrm>
            <a:off x="1481300" y="3477224"/>
            <a:ext cx="31392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grpSp>
        <p:nvGrpSpPr>
          <p:cNvPr id="1777" name="Google Shape;1777;p49"/>
          <p:cNvGrpSpPr/>
          <p:nvPr/>
        </p:nvGrpSpPr>
        <p:grpSpPr>
          <a:xfrm>
            <a:off x="323871" y="-84053"/>
            <a:ext cx="8668904" cy="5098353"/>
            <a:chOff x="323871" y="-84053"/>
            <a:chExt cx="8668904" cy="5098353"/>
          </a:xfrm>
        </p:grpSpPr>
        <p:sp>
          <p:nvSpPr>
            <p:cNvPr id="1778" name="Google Shape;1778;p49"/>
            <p:cNvSpPr/>
            <p:nvPr/>
          </p:nvSpPr>
          <p:spPr>
            <a:xfrm rot="1771310">
              <a:off x="387325" y="44290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79" name="Google Shape;1779;p49"/>
            <p:cNvPicPr preferRelativeResize="0"/>
            <p:nvPr/>
          </p:nvPicPr>
          <p:blipFill rotWithShape="1">
            <a:blip r:embed="rId2">
              <a:alphaModFix/>
            </a:blip>
            <a:srcRect b="12546" l="28959" r="12546" t="12546"/>
            <a:stretch/>
          </p:blipFill>
          <p:spPr>
            <a:xfrm rot="10800000">
              <a:off x="8266124" y="2130177"/>
              <a:ext cx="726651" cy="596548"/>
            </a:xfrm>
            <a:prstGeom prst="rect">
              <a:avLst/>
            </a:prstGeom>
            <a:noFill/>
            <a:ln>
              <a:noFill/>
            </a:ln>
          </p:spPr>
        </p:pic>
        <p:sp>
          <p:nvSpPr>
            <p:cNvPr id="1780" name="Google Shape;1780;p49"/>
            <p:cNvSpPr/>
            <p:nvPr/>
          </p:nvSpPr>
          <p:spPr>
            <a:xfrm rot="1771310">
              <a:off x="1195775" y="-205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81" name="Google Shape;1781;p49"/>
            <p:cNvPicPr preferRelativeResize="0"/>
            <p:nvPr/>
          </p:nvPicPr>
          <p:blipFill rotWithShape="1">
            <a:blip r:embed="rId2">
              <a:alphaModFix/>
            </a:blip>
            <a:srcRect b="12546" l="28959" r="12546" t="12546"/>
            <a:stretch/>
          </p:blipFill>
          <p:spPr>
            <a:xfrm rot="10800000">
              <a:off x="5215749" y="4417752"/>
              <a:ext cx="726651" cy="596548"/>
            </a:xfrm>
            <a:prstGeom prst="rect">
              <a:avLst/>
            </a:prstGeom>
            <a:noFill/>
            <a:ln>
              <a:noFill/>
            </a:ln>
          </p:spPr>
        </p:pic>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782" name="Shape 1782"/>
        <p:cNvGrpSpPr/>
        <p:nvPr/>
      </p:nvGrpSpPr>
      <p:grpSpPr>
        <a:xfrm>
          <a:off x="0" y="0"/>
          <a:ext cx="0" cy="0"/>
          <a:chOff x="0" y="0"/>
          <a:chExt cx="0" cy="0"/>
        </a:xfrm>
      </p:grpSpPr>
      <p:grpSp>
        <p:nvGrpSpPr>
          <p:cNvPr id="1783" name="Google Shape;1783;p50"/>
          <p:cNvGrpSpPr/>
          <p:nvPr/>
        </p:nvGrpSpPr>
        <p:grpSpPr>
          <a:xfrm>
            <a:off x="-6475" y="2927242"/>
            <a:ext cx="9250200" cy="2229968"/>
            <a:chOff x="-6475" y="2927242"/>
            <a:chExt cx="9250200" cy="2229968"/>
          </a:xfrm>
        </p:grpSpPr>
        <p:grpSp>
          <p:nvGrpSpPr>
            <p:cNvPr id="1784" name="Google Shape;1784;p50"/>
            <p:cNvGrpSpPr/>
            <p:nvPr/>
          </p:nvGrpSpPr>
          <p:grpSpPr>
            <a:xfrm flipH="1">
              <a:off x="5831182" y="2927242"/>
              <a:ext cx="3303413" cy="1672406"/>
              <a:chOff x="-6475" y="2302000"/>
              <a:chExt cx="3303413" cy="1865900"/>
            </a:xfrm>
          </p:grpSpPr>
          <p:sp>
            <p:nvSpPr>
              <p:cNvPr id="1785" name="Google Shape;1785;p50"/>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50"/>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50"/>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50"/>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50"/>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50"/>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50"/>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50"/>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3" name="Google Shape;1793;p50"/>
            <p:cNvGrpSpPr/>
            <p:nvPr/>
          </p:nvGrpSpPr>
          <p:grpSpPr>
            <a:xfrm>
              <a:off x="-6475" y="2927242"/>
              <a:ext cx="3303413" cy="1672406"/>
              <a:chOff x="-6475" y="2302000"/>
              <a:chExt cx="3303413" cy="1865900"/>
            </a:xfrm>
          </p:grpSpPr>
          <p:sp>
            <p:nvSpPr>
              <p:cNvPr id="1794" name="Google Shape;1794;p50"/>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50"/>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50"/>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50"/>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50"/>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50"/>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50"/>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50"/>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2" name="Google Shape;1802;p50"/>
            <p:cNvGrpSpPr/>
            <p:nvPr/>
          </p:nvGrpSpPr>
          <p:grpSpPr>
            <a:xfrm>
              <a:off x="-6475" y="4609669"/>
              <a:ext cx="9250200" cy="547540"/>
              <a:chOff x="-6475" y="4167900"/>
              <a:chExt cx="9250200" cy="988875"/>
            </a:xfrm>
          </p:grpSpPr>
          <p:cxnSp>
            <p:nvCxnSpPr>
              <p:cNvPr id="1803" name="Google Shape;1803;p50"/>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804" name="Google Shape;1804;p50"/>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805" name="Google Shape;1805;p50"/>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806" name="Google Shape;1806;p50"/>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807" name="Google Shape;1807;p50"/>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808" name="Google Shape;1808;p50"/>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809" name="Google Shape;1809;p50"/>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810" name="Google Shape;1810;p50"/>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811" name="Google Shape;1811;p50"/>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812" name="Google Shape;1812;p50"/>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813" name="Google Shape;1813;p50"/>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814" name="Google Shape;1814;p50"/>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815" name="Google Shape;1815;p5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16" name="Google Shape;1816;p50"/>
          <p:cNvSpPr txBox="1"/>
          <p:nvPr>
            <p:ph idx="1" type="subTitle"/>
          </p:nvPr>
        </p:nvSpPr>
        <p:spPr>
          <a:xfrm>
            <a:off x="1379575" y="2035927"/>
            <a:ext cx="3121800" cy="83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17" name="Google Shape;1817;p50"/>
          <p:cNvSpPr txBox="1"/>
          <p:nvPr>
            <p:ph idx="2" type="subTitle"/>
          </p:nvPr>
        </p:nvSpPr>
        <p:spPr>
          <a:xfrm>
            <a:off x="5270275" y="2035927"/>
            <a:ext cx="3121800" cy="83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18" name="Google Shape;1818;p50"/>
          <p:cNvSpPr txBox="1"/>
          <p:nvPr>
            <p:ph idx="3" type="subTitle"/>
          </p:nvPr>
        </p:nvSpPr>
        <p:spPr>
          <a:xfrm>
            <a:off x="1379575" y="3626500"/>
            <a:ext cx="7012500" cy="57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19" name="Google Shape;1819;p50"/>
          <p:cNvSpPr txBox="1"/>
          <p:nvPr>
            <p:ph idx="4" type="subTitle"/>
          </p:nvPr>
        </p:nvSpPr>
        <p:spPr>
          <a:xfrm>
            <a:off x="1379575" y="1576750"/>
            <a:ext cx="31218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1820" name="Google Shape;1820;p50"/>
          <p:cNvSpPr txBox="1"/>
          <p:nvPr>
            <p:ph idx="5" type="subTitle"/>
          </p:nvPr>
        </p:nvSpPr>
        <p:spPr>
          <a:xfrm>
            <a:off x="5270275" y="1576750"/>
            <a:ext cx="31218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1821" name="Google Shape;1821;p50"/>
          <p:cNvSpPr txBox="1"/>
          <p:nvPr>
            <p:ph idx="6" type="subTitle"/>
          </p:nvPr>
        </p:nvSpPr>
        <p:spPr>
          <a:xfrm>
            <a:off x="1379575" y="3166750"/>
            <a:ext cx="70125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grpSp>
        <p:nvGrpSpPr>
          <p:cNvPr id="1822" name="Google Shape;1822;p50"/>
          <p:cNvGrpSpPr/>
          <p:nvPr/>
        </p:nvGrpSpPr>
        <p:grpSpPr>
          <a:xfrm flipH="1">
            <a:off x="7707480" y="-84053"/>
            <a:ext cx="1285295" cy="4926470"/>
            <a:chOff x="323871" y="-84053"/>
            <a:chExt cx="1285295" cy="4926470"/>
          </a:xfrm>
        </p:grpSpPr>
        <p:sp>
          <p:nvSpPr>
            <p:cNvPr id="1823" name="Google Shape;1823;p50"/>
            <p:cNvSpPr/>
            <p:nvPr/>
          </p:nvSpPr>
          <p:spPr>
            <a:xfrm rot="1771310">
              <a:off x="387325" y="44290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50"/>
            <p:cNvSpPr/>
            <p:nvPr/>
          </p:nvSpPr>
          <p:spPr>
            <a:xfrm rot="1771310">
              <a:off x="1195775" y="-205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825" name="Shape 1825"/>
        <p:cNvGrpSpPr/>
        <p:nvPr/>
      </p:nvGrpSpPr>
      <p:grpSpPr>
        <a:xfrm>
          <a:off x="0" y="0"/>
          <a:ext cx="0" cy="0"/>
          <a:chOff x="0" y="0"/>
          <a:chExt cx="0" cy="0"/>
        </a:xfrm>
      </p:grpSpPr>
      <p:grpSp>
        <p:nvGrpSpPr>
          <p:cNvPr id="1826" name="Google Shape;1826;p51"/>
          <p:cNvGrpSpPr/>
          <p:nvPr/>
        </p:nvGrpSpPr>
        <p:grpSpPr>
          <a:xfrm>
            <a:off x="-6475" y="2927242"/>
            <a:ext cx="9250200" cy="2229968"/>
            <a:chOff x="-6475" y="2927242"/>
            <a:chExt cx="9250200" cy="2229968"/>
          </a:xfrm>
        </p:grpSpPr>
        <p:grpSp>
          <p:nvGrpSpPr>
            <p:cNvPr id="1827" name="Google Shape;1827;p51"/>
            <p:cNvGrpSpPr/>
            <p:nvPr/>
          </p:nvGrpSpPr>
          <p:grpSpPr>
            <a:xfrm flipH="1">
              <a:off x="5831182" y="2927242"/>
              <a:ext cx="3303413" cy="1672406"/>
              <a:chOff x="-6475" y="2302000"/>
              <a:chExt cx="3303413" cy="1865900"/>
            </a:xfrm>
          </p:grpSpPr>
          <p:sp>
            <p:nvSpPr>
              <p:cNvPr id="1828" name="Google Shape;1828;p51"/>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51"/>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51"/>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51"/>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51"/>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51"/>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51"/>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51"/>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6" name="Google Shape;1836;p51"/>
            <p:cNvGrpSpPr/>
            <p:nvPr/>
          </p:nvGrpSpPr>
          <p:grpSpPr>
            <a:xfrm>
              <a:off x="-6475" y="2927242"/>
              <a:ext cx="3303413" cy="1672406"/>
              <a:chOff x="-6475" y="2302000"/>
              <a:chExt cx="3303413" cy="1865900"/>
            </a:xfrm>
          </p:grpSpPr>
          <p:sp>
            <p:nvSpPr>
              <p:cNvPr id="1837" name="Google Shape;1837;p51"/>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51"/>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51"/>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51"/>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51"/>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51"/>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51"/>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51"/>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5" name="Google Shape;1845;p51"/>
            <p:cNvGrpSpPr/>
            <p:nvPr/>
          </p:nvGrpSpPr>
          <p:grpSpPr>
            <a:xfrm>
              <a:off x="-6475" y="4609669"/>
              <a:ext cx="9250200" cy="547540"/>
              <a:chOff x="-6475" y="4167900"/>
              <a:chExt cx="9250200" cy="988875"/>
            </a:xfrm>
          </p:grpSpPr>
          <p:cxnSp>
            <p:nvCxnSpPr>
              <p:cNvPr id="1846" name="Google Shape;1846;p51"/>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847" name="Google Shape;1847;p51"/>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848" name="Google Shape;1848;p51"/>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849" name="Google Shape;1849;p51"/>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850" name="Google Shape;1850;p51"/>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851" name="Google Shape;1851;p51"/>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852" name="Google Shape;1852;p51"/>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853" name="Google Shape;1853;p51"/>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854" name="Google Shape;1854;p51"/>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855" name="Google Shape;1855;p51"/>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856" name="Google Shape;1856;p51"/>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857" name="Google Shape;1857;p51"/>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858" name="Google Shape;1858;p5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59" name="Google Shape;1859;p51"/>
          <p:cNvSpPr txBox="1"/>
          <p:nvPr>
            <p:ph idx="1" type="subTitle"/>
          </p:nvPr>
        </p:nvSpPr>
        <p:spPr>
          <a:xfrm>
            <a:off x="1503754" y="2015637"/>
            <a:ext cx="2526300" cy="665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60" name="Google Shape;1860;p51"/>
          <p:cNvSpPr txBox="1"/>
          <p:nvPr>
            <p:ph idx="2" type="subTitle"/>
          </p:nvPr>
        </p:nvSpPr>
        <p:spPr>
          <a:xfrm>
            <a:off x="4856961" y="2015637"/>
            <a:ext cx="2526300" cy="665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61" name="Google Shape;1861;p51"/>
          <p:cNvSpPr txBox="1"/>
          <p:nvPr>
            <p:ph idx="3" type="subTitle"/>
          </p:nvPr>
        </p:nvSpPr>
        <p:spPr>
          <a:xfrm>
            <a:off x="1503754" y="3449041"/>
            <a:ext cx="2526300" cy="665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62" name="Google Shape;1862;p51"/>
          <p:cNvSpPr txBox="1"/>
          <p:nvPr>
            <p:ph idx="4" type="subTitle"/>
          </p:nvPr>
        </p:nvSpPr>
        <p:spPr>
          <a:xfrm>
            <a:off x="4856961" y="3449041"/>
            <a:ext cx="2526300" cy="665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63" name="Google Shape;1863;p51"/>
          <p:cNvSpPr txBox="1"/>
          <p:nvPr>
            <p:ph idx="5" type="subTitle"/>
          </p:nvPr>
        </p:nvSpPr>
        <p:spPr>
          <a:xfrm>
            <a:off x="1503754" y="1574250"/>
            <a:ext cx="25263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1864" name="Google Shape;1864;p51"/>
          <p:cNvSpPr txBox="1"/>
          <p:nvPr>
            <p:ph idx="6" type="subTitle"/>
          </p:nvPr>
        </p:nvSpPr>
        <p:spPr>
          <a:xfrm>
            <a:off x="4856957" y="1574250"/>
            <a:ext cx="25263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1865" name="Google Shape;1865;p51"/>
          <p:cNvSpPr txBox="1"/>
          <p:nvPr>
            <p:ph idx="7" type="subTitle"/>
          </p:nvPr>
        </p:nvSpPr>
        <p:spPr>
          <a:xfrm>
            <a:off x="1503754" y="3007652"/>
            <a:ext cx="25263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1866" name="Google Shape;1866;p51"/>
          <p:cNvSpPr txBox="1"/>
          <p:nvPr>
            <p:ph idx="8" type="subTitle"/>
          </p:nvPr>
        </p:nvSpPr>
        <p:spPr>
          <a:xfrm>
            <a:off x="4856958" y="3007652"/>
            <a:ext cx="25263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grpSp>
        <p:nvGrpSpPr>
          <p:cNvPr id="1867" name="Google Shape;1867;p51"/>
          <p:cNvGrpSpPr/>
          <p:nvPr/>
        </p:nvGrpSpPr>
        <p:grpSpPr>
          <a:xfrm>
            <a:off x="36974" y="-206003"/>
            <a:ext cx="9048876" cy="5123895"/>
            <a:chOff x="36974" y="-206003"/>
            <a:chExt cx="9048876" cy="5123895"/>
          </a:xfrm>
        </p:grpSpPr>
        <p:sp>
          <p:nvSpPr>
            <p:cNvPr id="1868" name="Google Shape;1868;p51"/>
            <p:cNvSpPr/>
            <p:nvPr/>
          </p:nvSpPr>
          <p:spPr>
            <a:xfrm rot="1771310">
              <a:off x="2305350" y="45045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69" name="Google Shape;1869;p51"/>
            <p:cNvPicPr preferRelativeResize="0"/>
            <p:nvPr/>
          </p:nvPicPr>
          <p:blipFill rotWithShape="1">
            <a:blip r:embed="rId2">
              <a:alphaModFix/>
            </a:blip>
            <a:srcRect b="12546" l="28959" r="12546" t="12546"/>
            <a:stretch/>
          </p:blipFill>
          <p:spPr>
            <a:xfrm rot="10800000">
              <a:off x="8359199" y="2951852"/>
              <a:ext cx="726651" cy="596548"/>
            </a:xfrm>
            <a:prstGeom prst="rect">
              <a:avLst/>
            </a:prstGeom>
            <a:noFill/>
            <a:ln>
              <a:noFill/>
            </a:ln>
          </p:spPr>
        </p:pic>
        <p:pic>
          <p:nvPicPr>
            <p:cNvPr id="1870" name="Google Shape;1870;p51"/>
            <p:cNvPicPr preferRelativeResize="0"/>
            <p:nvPr/>
          </p:nvPicPr>
          <p:blipFill rotWithShape="1">
            <a:blip r:embed="rId2">
              <a:alphaModFix/>
            </a:blip>
            <a:srcRect b="12546" l="28959" r="12546" t="12546"/>
            <a:stretch/>
          </p:blipFill>
          <p:spPr>
            <a:xfrm rot="10800000">
              <a:off x="36974" y="1342052"/>
              <a:ext cx="726651" cy="596548"/>
            </a:xfrm>
            <a:prstGeom prst="rect">
              <a:avLst/>
            </a:prstGeom>
            <a:noFill/>
            <a:ln>
              <a:noFill/>
            </a:ln>
          </p:spPr>
        </p:pic>
        <p:sp>
          <p:nvSpPr>
            <p:cNvPr id="1871" name="Google Shape;1871;p51"/>
            <p:cNvSpPr/>
            <p:nvPr/>
          </p:nvSpPr>
          <p:spPr>
            <a:xfrm rot="1771310">
              <a:off x="2562150" y="-14248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872" name="Shape 1872"/>
        <p:cNvGrpSpPr/>
        <p:nvPr/>
      </p:nvGrpSpPr>
      <p:grpSpPr>
        <a:xfrm>
          <a:off x="0" y="0"/>
          <a:ext cx="0" cy="0"/>
          <a:chOff x="0" y="0"/>
          <a:chExt cx="0" cy="0"/>
        </a:xfrm>
      </p:grpSpPr>
      <p:grpSp>
        <p:nvGrpSpPr>
          <p:cNvPr id="1873" name="Google Shape;1873;p52"/>
          <p:cNvGrpSpPr/>
          <p:nvPr/>
        </p:nvGrpSpPr>
        <p:grpSpPr>
          <a:xfrm>
            <a:off x="-6475" y="2927242"/>
            <a:ext cx="9250200" cy="2229968"/>
            <a:chOff x="-6475" y="2927242"/>
            <a:chExt cx="9250200" cy="2229968"/>
          </a:xfrm>
        </p:grpSpPr>
        <p:grpSp>
          <p:nvGrpSpPr>
            <p:cNvPr id="1874" name="Google Shape;1874;p52"/>
            <p:cNvGrpSpPr/>
            <p:nvPr/>
          </p:nvGrpSpPr>
          <p:grpSpPr>
            <a:xfrm flipH="1">
              <a:off x="5831182" y="2927242"/>
              <a:ext cx="3303413" cy="1672406"/>
              <a:chOff x="-6475" y="2302000"/>
              <a:chExt cx="3303413" cy="1865900"/>
            </a:xfrm>
          </p:grpSpPr>
          <p:sp>
            <p:nvSpPr>
              <p:cNvPr id="1875" name="Google Shape;1875;p52"/>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52"/>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52"/>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52"/>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52"/>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52"/>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52"/>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52"/>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3" name="Google Shape;1883;p52"/>
            <p:cNvGrpSpPr/>
            <p:nvPr/>
          </p:nvGrpSpPr>
          <p:grpSpPr>
            <a:xfrm>
              <a:off x="-6475" y="2927242"/>
              <a:ext cx="3303413" cy="1672406"/>
              <a:chOff x="-6475" y="2302000"/>
              <a:chExt cx="3303413" cy="1865900"/>
            </a:xfrm>
          </p:grpSpPr>
          <p:sp>
            <p:nvSpPr>
              <p:cNvPr id="1884" name="Google Shape;1884;p52"/>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52"/>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52"/>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52"/>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52"/>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52"/>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52"/>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52"/>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2" name="Google Shape;1892;p52"/>
            <p:cNvGrpSpPr/>
            <p:nvPr/>
          </p:nvGrpSpPr>
          <p:grpSpPr>
            <a:xfrm>
              <a:off x="-6475" y="4609669"/>
              <a:ext cx="9250200" cy="547540"/>
              <a:chOff x="-6475" y="4167900"/>
              <a:chExt cx="9250200" cy="988875"/>
            </a:xfrm>
          </p:grpSpPr>
          <p:cxnSp>
            <p:nvCxnSpPr>
              <p:cNvPr id="1893" name="Google Shape;1893;p52"/>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894" name="Google Shape;1894;p52"/>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895" name="Google Shape;1895;p52"/>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896" name="Google Shape;1896;p52"/>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897" name="Google Shape;1897;p52"/>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898" name="Google Shape;1898;p52"/>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899" name="Google Shape;1899;p52"/>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900" name="Google Shape;1900;p52"/>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901" name="Google Shape;1901;p52"/>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902" name="Google Shape;1902;p52"/>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903" name="Google Shape;1903;p52"/>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904" name="Google Shape;1904;p52"/>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905" name="Google Shape;1905;p5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06" name="Google Shape;1906;p52"/>
          <p:cNvSpPr txBox="1"/>
          <p:nvPr>
            <p:ph idx="1" type="subTitle"/>
          </p:nvPr>
        </p:nvSpPr>
        <p:spPr>
          <a:xfrm>
            <a:off x="1382815" y="1802996"/>
            <a:ext cx="29433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07" name="Google Shape;1907;p52"/>
          <p:cNvSpPr txBox="1"/>
          <p:nvPr>
            <p:ph idx="2" type="subTitle"/>
          </p:nvPr>
        </p:nvSpPr>
        <p:spPr>
          <a:xfrm>
            <a:off x="5269532" y="1802996"/>
            <a:ext cx="31644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08" name="Google Shape;1908;p52"/>
          <p:cNvSpPr txBox="1"/>
          <p:nvPr>
            <p:ph idx="3" type="subTitle"/>
          </p:nvPr>
        </p:nvSpPr>
        <p:spPr>
          <a:xfrm>
            <a:off x="1382815" y="3992215"/>
            <a:ext cx="29433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09" name="Google Shape;1909;p52"/>
          <p:cNvSpPr txBox="1"/>
          <p:nvPr>
            <p:ph idx="4" type="subTitle"/>
          </p:nvPr>
        </p:nvSpPr>
        <p:spPr>
          <a:xfrm>
            <a:off x="5269532" y="2917969"/>
            <a:ext cx="31644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10" name="Google Shape;1910;p52"/>
          <p:cNvSpPr txBox="1"/>
          <p:nvPr>
            <p:ph idx="5" type="subTitle"/>
          </p:nvPr>
        </p:nvSpPr>
        <p:spPr>
          <a:xfrm>
            <a:off x="1382815" y="2917969"/>
            <a:ext cx="29433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11" name="Google Shape;1911;p52"/>
          <p:cNvSpPr txBox="1"/>
          <p:nvPr>
            <p:ph idx="6" type="subTitle"/>
          </p:nvPr>
        </p:nvSpPr>
        <p:spPr>
          <a:xfrm>
            <a:off x="5269532" y="3992215"/>
            <a:ext cx="31644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12" name="Google Shape;1912;p52"/>
          <p:cNvSpPr txBox="1"/>
          <p:nvPr>
            <p:ph idx="7" type="subTitle"/>
          </p:nvPr>
        </p:nvSpPr>
        <p:spPr>
          <a:xfrm>
            <a:off x="1382815" y="1451076"/>
            <a:ext cx="29433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1913" name="Google Shape;1913;p52"/>
          <p:cNvSpPr txBox="1"/>
          <p:nvPr>
            <p:ph idx="8" type="subTitle"/>
          </p:nvPr>
        </p:nvSpPr>
        <p:spPr>
          <a:xfrm>
            <a:off x="5269532" y="1451076"/>
            <a:ext cx="31644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1914" name="Google Shape;1914;p52"/>
          <p:cNvSpPr txBox="1"/>
          <p:nvPr>
            <p:ph idx="9" type="subTitle"/>
          </p:nvPr>
        </p:nvSpPr>
        <p:spPr>
          <a:xfrm>
            <a:off x="1382815" y="3636763"/>
            <a:ext cx="29433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1915" name="Google Shape;1915;p52"/>
          <p:cNvSpPr txBox="1"/>
          <p:nvPr>
            <p:ph idx="13" type="subTitle"/>
          </p:nvPr>
        </p:nvSpPr>
        <p:spPr>
          <a:xfrm>
            <a:off x="5269532" y="2566051"/>
            <a:ext cx="31644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1916" name="Google Shape;1916;p52"/>
          <p:cNvSpPr txBox="1"/>
          <p:nvPr>
            <p:ph idx="14" type="subTitle"/>
          </p:nvPr>
        </p:nvSpPr>
        <p:spPr>
          <a:xfrm>
            <a:off x="1382815" y="2566051"/>
            <a:ext cx="29433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1917" name="Google Shape;1917;p52"/>
          <p:cNvSpPr txBox="1"/>
          <p:nvPr>
            <p:ph idx="15" type="subTitle"/>
          </p:nvPr>
        </p:nvSpPr>
        <p:spPr>
          <a:xfrm>
            <a:off x="5269532" y="3636763"/>
            <a:ext cx="31644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grpSp>
        <p:nvGrpSpPr>
          <p:cNvPr id="1918" name="Google Shape;1918;p52"/>
          <p:cNvGrpSpPr/>
          <p:nvPr/>
        </p:nvGrpSpPr>
        <p:grpSpPr>
          <a:xfrm>
            <a:off x="-55654" y="-93253"/>
            <a:ext cx="7811720" cy="5209445"/>
            <a:chOff x="-55654" y="-93253"/>
            <a:chExt cx="7811720" cy="5209445"/>
          </a:xfrm>
        </p:grpSpPr>
        <p:sp>
          <p:nvSpPr>
            <p:cNvPr id="1919" name="Google Shape;1919;p52"/>
            <p:cNvSpPr/>
            <p:nvPr/>
          </p:nvSpPr>
          <p:spPr>
            <a:xfrm rot="1771310">
              <a:off x="3771075" y="-297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52"/>
            <p:cNvSpPr/>
            <p:nvPr/>
          </p:nvSpPr>
          <p:spPr>
            <a:xfrm rot="1771310">
              <a:off x="7342675" y="47028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52"/>
            <p:cNvSpPr/>
            <p:nvPr/>
          </p:nvSpPr>
          <p:spPr>
            <a:xfrm rot="1771310">
              <a:off x="7800" y="14546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22" name="Google Shape;1922;p52"/>
            <p:cNvPicPr preferRelativeResize="0"/>
            <p:nvPr/>
          </p:nvPicPr>
          <p:blipFill rotWithShape="1">
            <a:blip r:embed="rId2">
              <a:alphaModFix/>
            </a:blip>
            <a:srcRect b="12546" l="28959" r="12546" t="12546"/>
            <a:stretch/>
          </p:blipFill>
          <p:spPr>
            <a:xfrm rot="10800000">
              <a:off x="2332674" y="4504702"/>
              <a:ext cx="726651" cy="596548"/>
            </a:xfrm>
            <a:prstGeom prst="rect">
              <a:avLst/>
            </a:prstGeom>
            <a:noFill/>
            <a:ln>
              <a:noFill/>
            </a:ln>
          </p:spPr>
        </p:pic>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923" name="Shape 1923"/>
        <p:cNvGrpSpPr/>
        <p:nvPr/>
      </p:nvGrpSpPr>
      <p:grpSpPr>
        <a:xfrm>
          <a:off x="0" y="0"/>
          <a:ext cx="0" cy="0"/>
          <a:chOff x="0" y="0"/>
          <a:chExt cx="0" cy="0"/>
        </a:xfrm>
      </p:grpSpPr>
      <p:grpSp>
        <p:nvGrpSpPr>
          <p:cNvPr id="1924" name="Google Shape;1924;p53"/>
          <p:cNvGrpSpPr/>
          <p:nvPr/>
        </p:nvGrpSpPr>
        <p:grpSpPr>
          <a:xfrm>
            <a:off x="-6475" y="2927242"/>
            <a:ext cx="9250200" cy="2229968"/>
            <a:chOff x="-6475" y="2927242"/>
            <a:chExt cx="9250200" cy="2229968"/>
          </a:xfrm>
        </p:grpSpPr>
        <p:grpSp>
          <p:nvGrpSpPr>
            <p:cNvPr id="1925" name="Google Shape;1925;p53"/>
            <p:cNvGrpSpPr/>
            <p:nvPr/>
          </p:nvGrpSpPr>
          <p:grpSpPr>
            <a:xfrm flipH="1">
              <a:off x="5831182" y="2927242"/>
              <a:ext cx="3303413" cy="1672406"/>
              <a:chOff x="-6475" y="2302000"/>
              <a:chExt cx="3303413" cy="1865900"/>
            </a:xfrm>
          </p:grpSpPr>
          <p:sp>
            <p:nvSpPr>
              <p:cNvPr id="1926" name="Google Shape;1926;p53"/>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53"/>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53"/>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53"/>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53"/>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53"/>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53"/>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53"/>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4" name="Google Shape;1934;p53"/>
            <p:cNvGrpSpPr/>
            <p:nvPr/>
          </p:nvGrpSpPr>
          <p:grpSpPr>
            <a:xfrm>
              <a:off x="-6475" y="2927242"/>
              <a:ext cx="3303413" cy="1672406"/>
              <a:chOff x="-6475" y="2302000"/>
              <a:chExt cx="3303413" cy="1865900"/>
            </a:xfrm>
          </p:grpSpPr>
          <p:sp>
            <p:nvSpPr>
              <p:cNvPr id="1935" name="Google Shape;1935;p53"/>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53"/>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53"/>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53"/>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53"/>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53"/>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53"/>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53"/>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3" name="Google Shape;1943;p53"/>
            <p:cNvGrpSpPr/>
            <p:nvPr/>
          </p:nvGrpSpPr>
          <p:grpSpPr>
            <a:xfrm>
              <a:off x="-6475" y="4609669"/>
              <a:ext cx="9250200" cy="547540"/>
              <a:chOff x="-6475" y="4167900"/>
              <a:chExt cx="9250200" cy="988875"/>
            </a:xfrm>
          </p:grpSpPr>
          <p:cxnSp>
            <p:nvCxnSpPr>
              <p:cNvPr id="1944" name="Google Shape;1944;p53"/>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945" name="Google Shape;1945;p53"/>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946" name="Google Shape;1946;p53"/>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947" name="Google Shape;1947;p53"/>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948" name="Google Shape;1948;p53"/>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949" name="Google Shape;1949;p53"/>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950" name="Google Shape;1950;p53"/>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951" name="Google Shape;1951;p53"/>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952" name="Google Shape;1952;p53"/>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953" name="Google Shape;1953;p53"/>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954" name="Google Shape;1954;p53"/>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955" name="Google Shape;1955;p53"/>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956" name="Google Shape;1956;p53"/>
          <p:cNvSpPr txBox="1"/>
          <p:nvPr>
            <p:ph hasCustomPrompt="1" type="title"/>
          </p:nvPr>
        </p:nvSpPr>
        <p:spPr>
          <a:xfrm>
            <a:off x="993600" y="596850"/>
            <a:ext cx="3575400" cy="6543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957" name="Google Shape;1957;p53"/>
          <p:cNvSpPr txBox="1"/>
          <p:nvPr>
            <p:ph idx="1" type="subTitle"/>
          </p:nvPr>
        </p:nvSpPr>
        <p:spPr>
          <a:xfrm>
            <a:off x="993600" y="1311313"/>
            <a:ext cx="3575400" cy="418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dk1"/>
              </a:buClr>
              <a:buSzPts val="2400"/>
              <a:buFont typeface="PT Sans"/>
              <a:buNone/>
              <a:defRPr sz="1600">
                <a:solidFill>
                  <a:schemeClr val="lt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958" name="Google Shape;1958;p53"/>
          <p:cNvSpPr txBox="1"/>
          <p:nvPr>
            <p:ph hasCustomPrompt="1" idx="2" type="title"/>
          </p:nvPr>
        </p:nvSpPr>
        <p:spPr>
          <a:xfrm>
            <a:off x="4575000" y="1880896"/>
            <a:ext cx="3575400" cy="6543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959" name="Google Shape;1959;p53"/>
          <p:cNvSpPr txBox="1"/>
          <p:nvPr>
            <p:ph idx="3" type="subTitle"/>
          </p:nvPr>
        </p:nvSpPr>
        <p:spPr>
          <a:xfrm>
            <a:off x="4575000" y="2612332"/>
            <a:ext cx="3575400" cy="4188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dk1"/>
              </a:buClr>
              <a:buSzPts val="2400"/>
              <a:buFont typeface="PT Sans"/>
              <a:buNone/>
              <a:defRPr sz="1600">
                <a:solidFill>
                  <a:schemeClr val="lt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960" name="Google Shape;1960;p53"/>
          <p:cNvSpPr txBox="1"/>
          <p:nvPr>
            <p:ph hasCustomPrompt="1" idx="4" type="title"/>
          </p:nvPr>
        </p:nvSpPr>
        <p:spPr>
          <a:xfrm>
            <a:off x="993600" y="3192254"/>
            <a:ext cx="3575400" cy="6543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961" name="Google Shape;1961;p53"/>
          <p:cNvSpPr txBox="1"/>
          <p:nvPr>
            <p:ph idx="5" type="subTitle"/>
          </p:nvPr>
        </p:nvSpPr>
        <p:spPr>
          <a:xfrm>
            <a:off x="993600" y="3932151"/>
            <a:ext cx="3575400" cy="418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dk1"/>
              </a:buClr>
              <a:buSzPts val="2400"/>
              <a:buFont typeface="PT Sans"/>
              <a:buNone/>
              <a:defRPr sz="1600">
                <a:solidFill>
                  <a:schemeClr val="lt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1962" name="Google Shape;1962;p53"/>
          <p:cNvGrpSpPr/>
          <p:nvPr/>
        </p:nvGrpSpPr>
        <p:grpSpPr>
          <a:xfrm>
            <a:off x="282821" y="-92553"/>
            <a:ext cx="8823070" cy="2598870"/>
            <a:chOff x="282821" y="-92553"/>
            <a:chExt cx="8823070" cy="2598870"/>
          </a:xfrm>
        </p:grpSpPr>
        <p:sp>
          <p:nvSpPr>
            <p:cNvPr id="1963" name="Google Shape;1963;p53"/>
            <p:cNvSpPr/>
            <p:nvPr/>
          </p:nvSpPr>
          <p:spPr>
            <a:xfrm rot="1771310">
              <a:off x="346275" y="2528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53"/>
            <p:cNvSpPr/>
            <p:nvPr/>
          </p:nvSpPr>
          <p:spPr>
            <a:xfrm rot="1771310">
              <a:off x="8692500" y="20929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53"/>
            <p:cNvSpPr/>
            <p:nvPr/>
          </p:nvSpPr>
          <p:spPr>
            <a:xfrm rot="1771310">
              <a:off x="5042025" y="-290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1966" name="Shape 1966"/>
        <p:cNvGrpSpPr/>
        <p:nvPr/>
      </p:nvGrpSpPr>
      <p:grpSpPr>
        <a:xfrm>
          <a:off x="0" y="0"/>
          <a:ext cx="0" cy="0"/>
          <a:chOff x="0" y="0"/>
          <a:chExt cx="0" cy="0"/>
        </a:xfrm>
      </p:grpSpPr>
      <p:grpSp>
        <p:nvGrpSpPr>
          <p:cNvPr id="1967" name="Google Shape;1967;p54"/>
          <p:cNvGrpSpPr/>
          <p:nvPr/>
        </p:nvGrpSpPr>
        <p:grpSpPr>
          <a:xfrm>
            <a:off x="-6475" y="2927242"/>
            <a:ext cx="9250200" cy="2229968"/>
            <a:chOff x="-6475" y="2927242"/>
            <a:chExt cx="9250200" cy="2229968"/>
          </a:xfrm>
        </p:grpSpPr>
        <p:grpSp>
          <p:nvGrpSpPr>
            <p:cNvPr id="1968" name="Google Shape;1968;p54"/>
            <p:cNvGrpSpPr/>
            <p:nvPr/>
          </p:nvGrpSpPr>
          <p:grpSpPr>
            <a:xfrm flipH="1">
              <a:off x="5831182" y="2927242"/>
              <a:ext cx="3303413" cy="1672406"/>
              <a:chOff x="-6475" y="2302000"/>
              <a:chExt cx="3303413" cy="1865900"/>
            </a:xfrm>
          </p:grpSpPr>
          <p:sp>
            <p:nvSpPr>
              <p:cNvPr id="1969" name="Google Shape;1969;p54"/>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54"/>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54"/>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54"/>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54"/>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54"/>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54"/>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54"/>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77" name="Google Shape;1977;p54"/>
            <p:cNvGrpSpPr/>
            <p:nvPr/>
          </p:nvGrpSpPr>
          <p:grpSpPr>
            <a:xfrm>
              <a:off x="-6475" y="2927242"/>
              <a:ext cx="3303413" cy="1672406"/>
              <a:chOff x="-6475" y="2302000"/>
              <a:chExt cx="3303413" cy="1865900"/>
            </a:xfrm>
          </p:grpSpPr>
          <p:sp>
            <p:nvSpPr>
              <p:cNvPr id="1978" name="Google Shape;1978;p54"/>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54"/>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54"/>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54"/>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54"/>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54"/>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54"/>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54"/>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6" name="Google Shape;1986;p54"/>
            <p:cNvGrpSpPr/>
            <p:nvPr/>
          </p:nvGrpSpPr>
          <p:grpSpPr>
            <a:xfrm>
              <a:off x="-6475" y="4609669"/>
              <a:ext cx="9250200" cy="547540"/>
              <a:chOff x="-6475" y="4167900"/>
              <a:chExt cx="9250200" cy="988875"/>
            </a:xfrm>
          </p:grpSpPr>
          <p:cxnSp>
            <p:nvCxnSpPr>
              <p:cNvPr id="1987" name="Google Shape;1987;p54"/>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988" name="Google Shape;1988;p54"/>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989" name="Google Shape;1989;p54"/>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990" name="Google Shape;1990;p54"/>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1991" name="Google Shape;1991;p54"/>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992" name="Google Shape;1992;p54"/>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993" name="Google Shape;1993;p54"/>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994" name="Google Shape;1994;p54"/>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1995" name="Google Shape;1995;p54"/>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1996" name="Google Shape;1996;p54"/>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1997" name="Google Shape;1997;p54"/>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1998" name="Google Shape;1998;p54"/>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1999" name="Google Shape;1999;p54"/>
          <p:cNvSpPr txBox="1"/>
          <p:nvPr>
            <p:ph hasCustomPrompt="1" type="title"/>
          </p:nvPr>
        </p:nvSpPr>
        <p:spPr>
          <a:xfrm>
            <a:off x="1474900" y="1809700"/>
            <a:ext cx="1100400" cy="4068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2700">
                <a:solidFill>
                  <a:schemeClr val="l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000" name="Google Shape;2000;p54"/>
          <p:cNvSpPr txBox="1"/>
          <p:nvPr>
            <p:ph idx="1" type="subTitle"/>
          </p:nvPr>
        </p:nvSpPr>
        <p:spPr>
          <a:xfrm>
            <a:off x="938500" y="3171975"/>
            <a:ext cx="2173200" cy="759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PT Sans"/>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Font typeface="PT Sans"/>
              <a:buNone/>
              <a:defRPr sz="2100">
                <a:latin typeface="PT Sans"/>
                <a:ea typeface="PT Sans"/>
                <a:cs typeface="PT Sans"/>
                <a:sym typeface="PT Sans"/>
              </a:defRPr>
            </a:lvl4pPr>
            <a:lvl5pPr lvl="4" algn="ctr">
              <a:lnSpc>
                <a:spcPct val="100000"/>
              </a:lnSpc>
              <a:spcBef>
                <a:spcPts val="0"/>
              </a:spcBef>
              <a:spcAft>
                <a:spcPts val="0"/>
              </a:spcAft>
              <a:buSzPts val="2100"/>
              <a:buFont typeface="PT Sans"/>
              <a:buNone/>
              <a:defRPr sz="2100">
                <a:latin typeface="PT Sans"/>
                <a:ea typeface="PT Sans"/>
                <a:cs typeface="PT Sans"/>
                <a:sym typeface="PT Sans"/>
              </a:defRPr>
            </a:lvl5pPr>
            <a:lvl6pPr lvl="5" algn="ctr">
              <a:lnSpc>
                <a:spcPct val="100000"/>
              </a:lnSpc>
              <a:spcBef>
                <a:spcPts val="0"/>
              </a:spcBef>
              <a:spcAft>
                <a:spcPts val="0"/>
              </a:spcAft>
              <a:buSzPts val="2100"/>
              <a:buFont typeface="PT Sans"/>
              <a:buNone/>
              <a:defRPr sz="2100">
                <a:latin typeface="PT Sans"/>
                <a:ea typeface="PT Sans"/>
                <a:cs typeface="PT Sans"/>
                <a:sym typeface="PT Sans"/>
              </a:defRPr>
            </a:lvl6pPr>
            <a:lvl7pPr lvl="6" algn="ctr">
              <a:lnSpc>
                <a:spcPct val="100000"/>
              </a:lnSpc>
              <a:spcBef>
                <a:spcPts val="0"/>
              </a:spcBef>
              <a:spcAft>
                <a:spcPts val="0"/>
              </a:spcAft>
              <a:buSzPts val="2100"/>
              <a:buFont typeface="PT Sans"/>
              <a:buNone/>
              <a:defRPr sz="2100">
                <a:latin typeface="PT Sans"/>
                <a:ea typeface="PT Sans"/>
                <a:cs typeface="PT Sans"/>
                <a:sym typeface="PT Sans"/>
              </a:defRPr>
            </a:lvl7pPr>
            <a:lvl8pPr lvl="7" algn="ctr">
              <a:lnSpc>
                <a:spcPct val="100000"/>
              </a:lnSpc>
              <a:spcBef>
                <a:spcPts val="0"/>
              </a:spcBef>
              <a:spcAft>
                <a:spcPts val="0"/>
              </a:spcAft>
              <a:buSzPts val="2100"/>
              <a:buFont typeface="PT Sans"/>
              <a:buNone/>
              <a:defRPr sz="2100">
                <a:latin typeface="PT Sans"/>
                <a:ea typeface="PT Sans"/>
                <a:cs typeface="PT Sans"/>
                <a:sym typeface="PT Sans"/>
              </a:defRPr>
            </a:lvl8pPr>
            <a:lvl9pPr lvl="8"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001" name="Google Shape;2001;p54"/>
          <p:cNvSpPr txBox="1"/>
          <p:nvPr>
            <p:ph idx="2" type="subTitle"/>
          </p:nvPr>
        </p:nvSpPr>
        <p:spPr>
          <a:xfrm>
            <a:off x="938500" y="2816100"/>
            <a:ext cx="2173200" cy="440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Secular One"/>
              <a:buNone/>
              <a:defRPr sz="2700">
                <a:solidFill>
                  <a:schemeClr val="dk1"/>
                </a:solidFill>
                <a:latin typeface="Secular One"/>
                <a:ea typeface="Secular One"/>
                <a:cs typeface="Secular One"/>
                <a:sym typeface="Secular One"/>
              </a:defRPr>
            </a:lvl1pPr>
            <a:lvl2pPr lvl="1"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2pPr>
            <a:lvl3pPr lvl="2"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3pPr>
            <a:lvl4pPr lvl="3"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4pPr>
            <a:lvl5pPr lvl="4"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5pPr>
            <a:lvl6pPr lvl="5"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6pPr>
            <a:lvl7pPr lvl="6"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7pPr>
            <a:lvl8pPr lvl="7"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8pPr>
            <a:lvl9pPr lvl="8"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9pPr>
          </a:lstStyle>
          <a:p/>
        </p:txBody>
      </p:sp>
      <p:sp>
        <p:nvSpPr>
          <p:cNvPr id="2002" name="Google Shape;2002;p54"/>
          <p:cNvSpPr txBox="1"/>
          <p:nvPr>
            <p:ph hasCustomPrompt="1" idx="3" type="title"/>
          </p:nvPr>
        </p:nvSpPr>
        <p:spPr>
          <a:xfrm>
            <a:off x="6420050" y="1809700"/>
            <a:ext cx="1397700" cy="4068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2700">
                <a:solidFill>
                  <a:schemeClr val="l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003" name="Google Shape;2003;p54"/>
          <p:cNvSpPr txBox="1"/>
          <p:nvPr>
            <p:ph idx="4" type="subTitle"/>
          </p:nvPr>
        </p:nvSpPr>
        <p:spPr>
          <a:xfrm>
            <a:off x="3485400" y="3610805"/>
            <a:ext cx="2173200" cy="759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PT Sans"/>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Font typeface="PT Sans"/>
              <a:buNone/>
              <a:defRPr sz="2100">
                <a:latin typeface="PT Sans"/>
                <a:ea typeface="PT Sans"/>
                <a:cs typeface="PT Sans"/>
                <a:sym typeface="PT Sans"/>
              </a:defRPr>
            </a:lvl4pPr>
            <a:lvl5pPr lvl="4" algn="ctr">
              <a:lnSpc>
                <a:spcPct val="100000"/>
              </a:lnSpc>
              <a:spcBef>
                <a:spcPts val="0"/>
              </a:spcBef>
              <a:spcAft>
                <a:spcPts val="0"/>
              </a:spcAft>
              <a:buSzPts val="2100"/>
              <a:buFont typeface="PT Sans"/>
              <a:buNone/>
              <a:defRPr sz="2100">
                <a:latin typeface="PT Sans"/>
                <a:ea typeface="PT Sans"/>
                <a:cs typeface="PT Sans"/>
                <a:sym typeface="PT Sans"/>
              </a:defRPr>
            </a:lvl5pPr>
            <a:lvl6pPr lvl="5" algn="ctr">
              <a:lnSpc>
                <a:spcPct val="100000"/>
              </a:lnSpc>
              <a:spcBef>
                <a:spcPts val="0"/>
              </a:spcBef>
              <a:spcAft>
                <a:spcPts val="0"/>
              </a:spcAft>
              <a:buSzPts val="2100"/>
              <a:buFont typeface="PT Sans"/>
              <a:buNone/>
              <a:defRPr sz="2100">
                <a:latin typeface="PT Sans"/>
                <a:ea typeface="PT Sans"/>
                <a:cs typeface="PT Sans"/>
                <a:sym typeface="PT Sans"/>
              </a:defRPr>
            </a:lvl6pPr>
            <a:lvl7pPr lvl="6" algn="ctr">
              <a:lnSpc>
                <a:spcPct val="100000"/>
              </a:lnSpc>
              <a:spcBef>
                <a:spcPts val="0"/>
              </a:spcBef>
              <a:spcAft>
                <a:spcPts val="0"/>
              </a:spcAft>
              <a:buSzPts val="2100"/>
              <a:buFont typeface="PT Sans"/>
              <a:buNone/>
              <a:defRPr sz="2100">
                <a:latin typeface="PT Sans"/>
                <a:ea typeface="PT Sans"/>
                <a:cs typeface="PT Sans"/>
                <a:sym typeface="PT Sans"/>
              </a:defRPr>
            </a:lvl7pPr>
            <a:lvl8pPr lvl="7" algn="ctr">
              <a:lnSpc>
                <a:spcPct val="100000"/>
              </a:lnSpc>
              <a:spcBef>
                <a:spcPts val="0"/>
              </a:spcBef>
              <a:spcAft>
                <a:spcPts val="0"/>
              </a:spcAft>
              <a:buSzPts val="2100"/>
              <a:buFont typeface="PT Sans"/>
              <a:buNone/>
              <a:defRPr sz="2100">
                <a:latin typeface="PT Sans"/>
                <a:ea typeface="PT Sans"/>
                <a:cs typeface="PT Sans"/>
                <a:sym typeface="PT Sans"/>
              </a:defRPr>
            </a:lvl8pPr>
            <a:lvl9pPr lvl="8"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004" name="Google Shape;2004;p54"/>
          <p:cNvSpPr txBox="1"/>
          <p:nvPr>
            <p:ph idx="5" type="subTitle"/>
          </p:nvPr>
        </p:nvSpPr>
        <p:spPr>
          <a:xfrm>
            <a:off x="3485400" y="3254930"/>
            <a:ext cx="2173200" cy="440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Secular One"/>
              <a:buNone/>
              <a:defRPr sz="2700">
                <a:solidFill>
                  <a:schemeClr val="dk1"/>
                </a:solidFill>
                <a:latin typeface="Secular One"/>
                <a:ea typeface="Secular One"/>
                <a:cs typeface="Secular One"/>
                <a:sym typeface="Secular One"/>
              </a:defRPr>
            </a:lvl1pPr>
            <a:lvl2pPr lvl="1"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2pPr>
            <a:lvl3pPr lvl="2"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3pPr>
            <a:lvl4pPr lvl="3"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4pPr>
            <a:lvl5pPr lvl="4"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5pPr>
            <a:lvl6pPr lvl="5"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6pPr>
            <a:lvl7pPr lvl="6"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7pPr>
            <a:lvl8pPr lvl="7"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8pPr>
            <a:lvl9pPr lvl="8"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9pPr>
          </a:lstStyle>
          <a:p/>
        </p:txBody>
      </p:sp>
      <p:sp>
        <p:nvSpPr>
          <p:cNvPr id="2005" name="Google Shape;2005;p54"/>
          <p:cNvSpPr txBox="1"/>
          <p:nvPr>
            <p:ph hasCustomPrompt="1" idx="6" type="title"/>
          </p:nvPr>
        </p:nvSpPr>
        <p:spPr>
          <a:xfrm>
            <a:off x="3873150" y="2096130"/>
            <a:ext cx="1397700" cy="4068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2700">
                <a:solidFill>
                  <a:schemeClr val="l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006" name="Google Shape;2006;p54"/>
          <p:cNvSpPr txBox="1"/>
          <p:nvPr>
            <p:ph idx="7" type="subTitle"/>
          </p:nvPr>
        </p:nvSpPr>
        <p:spPr>
          <a:xfrm>
            <a:off x="6032300" y="3171975"/>
            <a:ext cx="2173200" cy="759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PT Sans"/>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Font typeface="PT Sans"/>
              <a:buNone/>
              <a:defRPr sz="2100">
                <a:latin typeface="PT Sans"/>
                <a:ea typeface="PT Sans"/>
                <a:cs typeface="PT Sans"/>
                <a:sym typeface="PT Sans"/>
              </a:defRPr>
            </a:lvl4pPr>
            <a:lvl5pPr lvl="4" algn="ctr">
              <a:lnSpc>
                <a:spcPct val="100000"/>
              </a:lnSpc>
              <a:spcBef>
                <a:spcPts val="0"/>
              </a:spcBef>
              <a:spcAft>
                <a:spcPts val="0"/>
              </a:spcAft>
              <a:buSzPts val="2100"/>
              <a:buFont typeface="PT Sans"/>
              <a:buNone/>
              <a:defRPr sz="2100">
                <a:latin typeface="PT Sans"/>
                <a:ea typeface="PT Sans"/>
                <a:cs typeface="PT Sans"/>
                <a:sym typeface="PT Sans"/>
              </a:defRPr>
            </a:lvl5pPr>
            <a:lvl6pPr lvl="5" algn="ctr">
              <a:lnSpc>
                <a:spcPct val="100000"/>
              </a:lnSpc>
              <a:spcBef>
                <a:spcPts val="0"/>
              </a:spcBef>
              <a:spcAft>
                <a:spcPts val="0"/>
              </a:spcAft>
              <a:buSzPts val="2100"/>
              <a:buFont typeface="PT Sans"/>
              <a:buNone/>
              <a:defRPr sz="2100">
                <a:latin typeface="PT Sans"/>
                <a:ea typeface="PT Sans"/>
                <a:cs typeface="PT Sans"/>
                <a:sym typeface="PT Sans"/>
              </a:defRPr>
            </a:lvl6pPr>
            <a:lvl7pPr lvl="6" algn="ctr">
              <a:lnSpc>
                <a:spcPct val="100000"/>
              </a:lnSpc>
              <a:spcBef>
                <a:spcPts val="0"/>
              </a:spcBef>
              <a:spcAft>
                <a:spcPts val="0"/>
              </a:spcAft>
              <a:buSzPts val="2100"/>
              <a:buFont typeface="PT Sans"/>
              <a:buNone/>
              <a:defRPr sz="2100">
                <a:latin typeface="PT Sans"/>
                <a:ea typeface="PT Sans"/>
                <a:cs typeface="PT Sans"/>
                <a:sym typeface="PT Sans"/>
              </a:defRPr>
            </a:lvl7pPr>
            <a:lvl8pPr lvl="7" algn="ctr">
              <a:lnSpc>
                <a:spcPct val="100000"/>
              </a:lnSpc>
              <a:spcBef>
                <a:spcPts val="0"/>
              </a:spcBef>
              <a:spcAft>
                <a:spcPts val="0"/>
              </a:spcAft>
              <a:buSzPts val="2100"/>
              <a:buFont typeface="PT Sans"/>
              <a:buNone/>
              <a:defRPr sz="2100">
                <a:latin typeface="PT Sans"/>
                <a:ea typeface="PT Sans"/>
                <a:cs typeface="PT Sans"/>
                <a:sym typeface="PT Sans"/>
              </a:defRPr>
            </a:lvl8pPr>
            <a:lvl9pPr lvl="8"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007" name="Google Shape;2007;p54"/>
          <p:cNvSpPr txBox="1"/>
          <p:nvPr>
            <p:ph idx="8" type="subTitle"/>
          </p:nvPr>
        </p:nvSpPr>
        <p:spPr>
          <a:xfrm>
            <a:off x="6032300" y="2816100"/>
            <a:ext cx="2173200" cy="440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Secular One"/>
              <a:buNone/>
              <a:defRPr sz="2700">
                <a:solidFill>
                  <a:schemeClr val="dk1"/>
                </a:solidFill>
                <a:latin typeface="Secular One"/>
                <a:ea typeface="Secular One"/>
                <a:cs typeface="Secular One"/>
                <a:sym typeface="Secular One"/>
              </a:defRPr>
            </a:lvl1pPr>
            <a:lvl2pPr lvl="1"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2pPr>
            <a:lvl3pPr lvl="2"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3pPr>
            <a:lvl4pPr lvl="3"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4pPr>
            <a:lvl5pPr lvl="4"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5pPr>
            <a:lvl6pPr lvl="5"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6pPr>
            <a:lvl7pPr lvl="6"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7pPr>
            <a:lvl8pPr lvl="7"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8pPr>
            <a:lvl9pPr lvl="8"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9pPr>
          </a:lstStyle>
          <a:p/>
        </p:txBody>
      </p:sp>
      <p:sp>
        <p:nvSpPr>
          <p:cNvPr id="2008" name="Google Shape;2008;p54"/>
          <p:cNvSpPr txBox="1"/>
          <p:nvPr>
            <p:ph idx="9"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009" name="Google Shape;2009;p54"/>
          <p:cNvGrpSpPr/>
          <p:nvPr/>
        </p:nvGrpSpPr>
        <p:grpSpPr>
          <a:xfrm>
            <a:off x="55999" y="-196653"/>
            <a:ext cx="9087992" cy="5218328"/>
            <a:chOff x="55999" y="-196653"/>
            <a:chExt cx="9087992" cy="5218328"/>
          </a:xfrm>
        </p:grpSpPr>
        <p:sp>
          <p:nvSpPr>
            <p:cNvPr id="2010" name="Google Shape;2010;p54"/>
            <p:cNvSpPr/>
            <p:nvPr/>
          </p:nvSpPr>
          <p:spPr>
            <a:xfrm rot="1771310">
              <a:off x="2431250" y="-1331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1" name="Google Shape;2011;p54"/>
            <p:cNvPicPr preferRelativeResize="0"/>
            <p:nvPr/>
          </p:nvPicPr>
          <p:blipFill rotWithShape="1">
            <a:blip r:embed="rId2">
              <a:alphaModFix/>
            </a:blip>
            <a:srcRect b="12546" l="28959" r="12546" t="12546"/>
            <a:stretch/>
          </p:blipFill>
          <p:spPr>
            <a:xfrm rot="10800000">
              <a:off x="7824499" y="4425127"/>
              <a:ext cx="726651" cy="596548"/>
            </a:xfrm>
            <a:prstGeom prst="rect">
              <a:avLst/>
            </a:prstGeom>
            <a:noFill/>
            <a:ln>
              <a:noFill/>
            </a:ln>
          </p:spPr>
        </p:pic>
        <p:sp>
          <p:nvSpPr>
            <p:cNvPr id="2012" name="Google Shape;2012;p54"/>
            <p:cNvSpPr/>
            <p:nvPr/>
          </p:nvSpPr>
          <p:spPr>
            <a:xfrm rot="1771310">
              <a:off x="8730600" y="11021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3" name="Google Shape;2013;p54"/>
            <p:cNvPicPr preferRelativeResize="0"/>
            <p:nvPr/>
          </p:nvPicPr>
          <p:blipFill rotWithShape="1">
            <a:blip r:embed="rId2">
              <a:alphaModFix/>
            </a:blip>
            <a:srcRect b="12546" l="28959" r="12546" t="12546"/>
            <a:stretch/>
          </p:blipFill>
          <p:spPr>
            <a:xfrm rot="10800000">
              <a:off x="55999" y="1733502"/>
              <a:ext cx="726651" cy="596548"/>
            </a:xfrm>
            <a:prstGeom prst="rect">
              <a:avLst/>
            </a:prstGeom>
            <a:noFill/>
            <a:ln>
              <a:noFill/>
            </a:ln>
          </p:spPr>
        </p:pic>
        <p:sp>
          <p:nvSpPr>
            <p:cNvPr id="2014" name="Google Shape;2014;p54"/>
            <p:cNvSpPr/>
            <p:nvPr/>
          </p:nvSpPr>
          <p:spPr>
            <a:xfrm rot="1771310">
              <a:off x="1648375" y="45484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015" name="Shape 2015"/>
        <p:cNvGrpSpPr/>
        <p:nvPr/>
      </p:nvGrpSpPr>
      <p:grpSpPr>
        <a:xfrm>
          <a:off x="0" y="0"/>
          <a:ext cx="0" cy="0"/>
          <a:chOff x="0" y="0"/>
          <a:chExt cx="0" cy="0"/>
        </a:xfrm>
      </p:grpSpPr>
      <p:grpSp>
        <p:nvGrpSpPr>
          <p:cNvPr id="2016" name="Google Shape;2016;p55"/>
          <p:cNvGrpSpPr/>
          <p:nvPr/>
        </p:nvGrpSpPr>
        <p:grpSpPr>
          <a:xfrm>
            <a:off x="-6475" y="2927242"/>
            <a:ext cx="9250200" cy="2229968"/>
            <a:chOff x="-6475" y="2927242"/>
            <a:chExt cx="9250200" cy="2229968"/>
          </a:xfrm>
        </p:grpSpPr>
        <p:grpSp>
          <p:nvGrpSpPr>
            <p:cNvPr id="2017" name="Google Shape;2017;p55"/>
            <p:cNvGrpSpPr/>
            <p:nvPr/>
          </p:nvGrpSpPr>
          <p:grpSpPr>
            <a:xfrm flipH="1">
              <a:off x="5831182" y="2927242"/>
              <a:ext cx="3303413" cy="1672406"/>
              <a:chOff x="-6475" y="2302000"/>
              <a:chExt cx="3303413" cy="1865900"/>
            </a:xfrm>
          </p:grpSpPr>
          <p:sp>
            <p:nvSpPr>
              <p:cNvPr id="2018" name="Google Shape;2018;p55"/>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55"/>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55"/>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55"/>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55"/>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55"/>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55"/>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55"/>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26" name="Google Shape;2026;p55"/>
            <p:cNvGrpSpPr/>
            <p:nvPr/>
          </p:nvGrpSpPr>
          <p:grpSpPr>
            <a:xfrm>
              <a:off x="-6475" y="2927242"/>
              <a:ext cx="3303413" cy="1672406"/>
              <a:chOff x="-6475" y="2302000"/>
              <a:chExt cx="3303413" cy="1865900"/>
            </a:xfrm>
          </p:grpSpPr>
          <p:sp>
            <p:nvSpPr>
              <p:cNvPr id="2027" name="Google Shape;2027;p55"/>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55"/>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55"/>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55"/>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55"/>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55"/>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55"/>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55"/>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5" name="Google Shape;2035;p55"/>
            <p:cNvGrpSpPr/>
            <p:nvPr/>
          </p:nvGrpSpPr>
          <p:grpSpPr>
            <a:xfrm>
              <a:off x="-6475" y="4609669"/>
              <a:ext cx="9250200" cy="547540"/>
              <a:chOff x="-6475" y="4167900"/>
              <a:chExt cx="9250200" cy="988875"/>
            </a:xfrm>
          </p:grpSpPr>
          <p:cxnSp>
            <p:nvCxnSpPr>
              <p:cNvPr id="2036" name="Google Shape;2036;p55"/>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037" name="Google Shape;2037;p55"/>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038" name="Google Shape;2038;p55"/>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039" name="Google Shape;2039;p55"/>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040" name="Google Shape;2040;p55"/>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041" name="Google Shape;2041;p55"/>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042" name="Google Shape;2042;p55"/>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043" name="Google Shape;2043;p55"/>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044" name="Google Shape;2044;p55"/>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045" name="Google Shape;2045;p55"/>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046" name="Google Shape;2046;p55"/>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047" name="Google Shape;2047;p55"/>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048" name="Google Shape;2048;p55"/>
          <p:cNvSpPr txBox="1"/>
          <p:nvPr>
            <p:ph type="title"/>
          </p:nvPr>
        </p:nvSpPr>
        <p:spPr>
          <a:xfrm>
            <a:off x="713275" y="382025"/>
            <a:ext cx="4448100" cy="13014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sz="85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49" name="Google Shape;2049;p55"/>
          <p:cNvSpPr txBox="1"/>
          <p:nvPr>
            <p:ph idx="1" type="subTitle"/>
          </p:nvPr>
        </p:nvSpPr>
        <p:spPr>
          <a:xfrm>
            <a:off x="713275" y="1683475"/>
            <a:ext cx="4448100" cy="105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50" name="Google Shape;2050;p55"/>
          <p:cNvSpPr txBox="1"/>
          <p:nvPr/>
        </p:nvSpPr>
        <p:spPr>
          <a:xfrm>
            <a:off x="713275" y="3763100"/>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Barlow"/>
                <a:ea typeface="Barlow"/>
                <a:cs typeface="Barlow"/>
                <a:sym typeface="Barlow"/>
              </a:rPr>
              <a:t>CREDITS:</a:t>
            </a:r>
            <a:r>
              <a:rPr lang="en" sz="1200">
                <a:solidFill>
                  <a:schemeClr val="dk1"/>
                </a:solidFill>
                <a:latin typeface="Barlow"/>
                <a:ea typeface="Barlow"/>
                <a:cs typeface="Barlow"/>
                <a:sym typeface="Barlow"/>
              </a:rPr>
              <a:t> This presentation template was created by </a:t>
            </a:r>
            <a:r>
              <a:rPr b="1" lang="en" sz="1200" u="sng">
                <a:solidFill>
                  <a:schemeClr val="dk1"/>
                </a:solidFill>
                <a:latin typeface="Barlow"/>
                <a:ea typeface="Barlow"/>
                <a:cs typeface="Barlow"/>
                <a:sym typeface="Barlow"/>
                <a:hlinkClick r:id="rId2">
                  <a:extLst>
                    <a:ext uri="{A12FA001-AC4F-418D-AE19-62706E023703}">
                      <ahyp:hlinkClr val="tx"/>
                    </a:ext>
                  </a:extLst>
                </a:hlinkClick>
              </a:rPr>
              <a:t>Slidesgo</a:t>
            </a:r>
            <a:r>
              <a:rPr lang="en" sz="1200">
                <a:solidFill>
                  <a:schemeClr val="dk1"/>
                </a:solidFill>
                <a:latin typeface="Barlow"/>
                <a:ea typeface="Barlow"/>
                <a:cs typeface="Barlow"/>
                <a:sym typeface="Barlow"/>
              </a:rPr>
              <a:t>, and includes icons by </a:t>
            </a:r>
            <a:r>
              <a:rPr b="1" lang="en" sz="1200" u="sng">
                <a:solidFill>
                  <a:schemeClr val="dk1"/>
                </a:solidFill>
                <a:latin typeface="Barlow"/>
                <a:ea typeface="Barlow"/>
                <a:cs typeface="Barlow"/>
                <a:sym typeface="Barlow"/>
                <a:hlinkClick r:id="rId3">
                  <a:extLst>
                    <a:ext uri="{A12FA001-AC4F-418D-AE19-62706E023703}">
                      <ahyp:hlinkClr val="tx"/>
                    </a:ext>
                  </a:extLst>
                </a:hlinkClick>
              </a:rPr>
              <a:t>Flaticon</a:t>
            </a:r>
            <a:r>
              <a:rPr lang="en" sz="1200">
                <a:solidFill>
                  <a:schemeClr val="dk1"/>
                </a:solidFill>
                <a:latin typeface="Barlow"/>
                <a:ea typeface="Barlow"/>
                <a:cs typeface="Barlow"/>
                <a:sym typeface="Barlow"/>
              </a:rPr>
              <a:t>, and infographics &amp; images by </a:t>
            </a:r>
            <a:r>
              <a:rPr b="1" lang="en" sz="1200" u="sng">
                <a:solidFill>
                  <a:schemeClr val="dk1"/>
                </a:solidFill>
                <a:latin typeface="Barlow"/>
                <a:ea typeface="Barlow"/>
                <a:cs typeface="Barlow"/>
                <a:sym typeface="Barlow"/>
                <a:hlinkClick r:id="rId4">
                  <a:extLst>
                    <a:ext uri="{A12FA001-AC4F-418D-AE19-62706E023703}">
                      <ahyp:hlinkClr val="tx"/>
                    </a:ext>
                  </a:extLst>
                </a:hlinkClick>
              </a:rPr>
              <a:t>Freepik</a:t>
            </a:r>
            <a:r>
              <a:rPr lang="en" sz="1200" u="sng">
                <a:solidFill>
                  <a:schemeClr val="dk1"/>
                </a:solidFill>
                <a:latin typeface="Barlow"/>
                <a:ea typeface="Barlow"/>
                <a:cs typeface="Barlow"/>
                <a:sym typeface="Barlow"/>
              </a:rPr>
              <a:t> </a:t>
            </a:r>
            <a:endParaRPr b="1" sz="1200" u="sng">
              <a:solidFill>
                <a:schemeClr val="dk1"/>
              </a:solidFill>
              <a:latin typeface="Barlow"/>
              <a:ea typeface="Barlow"/>
              <a:cs typeface="Barlow"/>
              <a:sym typeface="Barlow"/>
            </a:endParaRPr>
          </a:p>
        </p:txBody>
      </p:sp>
      <p:grpSp>
        <p:nvGrpSpPr>
          <p:cNvPr id="2051" name="Google Shape;2051;p55"/>
          <p:cNvGrpSpPr/>
          <p:nvPr/>
        </p:nvGrpSpPr>
        <p:grpSpPr>
          <a:xfrm>
            <a:off x="-349201" y="7272"/>
            <a:ext cx="9428342" cy="4499445"/>
            <a:chOff x="-349201" y="7272"/>
            <a:chExt cx="9428342" cy="4499445"/>
          </a:xfrm>
        </p:grpSpPr>
        <p:sp>
          <p:nvSpPr>
            <p:cNvPr id="2052" name="Google Shape;2052;p55"/>
            <p:cNvSpPr/>
            <p:nvPr/>
          </p:nvSpPr>
          <p:spPr>
            <a:xfrm rot="1771310">
              <a:off x="1465550" y="707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3" name="Google Shape;2053;p55"/>
            <p:cNvPicPr preferRelativeResize="0"/>
            <p:nvPr/>
          </p:nvPicPr>
          <p:blipFill rotWithShape="1">
            <a:blip r:embed="rId5">
              <a:alphaModFix/>
            </a:blip>
            <a:srcRect b="12546" l="28959" r="12546" t="12546"/>
            <a:stretch/>
          </p:blipFill>
          <p:spPr>
            <a:xfrm rot="10800000">
              <a:off x="-349201" y="3754652"/>
              <a:ext cx="726651" cy="596548"/>
            </a:xfrm>
            <a:prstGeom prst="rect">
              <a:avLst/>
            </a:prstGeom>
            <a:noFill/>
            <a:ln>
              <a:noFill/>
            </a:ln>
          </p:spPr>
        </p:pic>
        <p:sp>
          <p:nvSpPr>
            <p:cNvPr id="2054" name="Google Shape;2054;p55"/>
            <p:cNvSpPr/>
            <p:nvPr/>
          </p:nvSpPr>
          <p:spPr>
            <a:xfrm rot="1771310">
              <a:off x="8665750" y="40933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055" name="Shape 2055"/>
        <p:cNvGrpSpPr/>
        <p:nvPr/>
      </p:nvGrpSpPr>
      <p:grpSpPr>
        <a:xfrm>
          <a:off x="0" y="0"/>
          <a:ext cx="0" cy="0"/>
          <a:chOff x="0" y="0"/>
          <a:chExt cx="0" cy="0"/>
        </a:xfrm>
      </p:grpSpPr>
      <p:grpSp>
        <p:nvGrpSpPr>
          <p:cNvPr id="2056" name="Google Shape;2056;p56"/>
          <p:cNvGrpSpPr/>
          <p:nvPr/>
        </p:nvGrpSpPr>
        <p:grpSpPr>
          <a:xfrm>
            <a:off x="-6475" y="2716224"/>
            <a:ext cx="9250200" cy="2440985"/>
            <a:chOff x="-6475" y="2716224"/>
            <a:chExt cx="9250200" cy="2440985"/>
          </a:xfrm>
        </p:grpSpPr>
        <p:grpSp>
          <p:nvGrpSpPr>
            <p:cNvPr id="2057" name="Google Shape;2057;p56"/>
            <p:cNvGrpSpPr/>
            <p:nvPr/>
          </p:nvGrpSpPr>
          <p:grpSpPr>
            <a:xfrm>
              <a:off x="-6475" y="4609669"/>
              <a:ext cx="9250200" cy="547540"/>
              <a:chOff x="-6475" y="4167900"/>
              <a:chExt cx="9250200" cy="988875"/>
            </a:xfrm>
          </p:grpSpPr>
          <p:cxnSp>
            <p:nvCxnSpPr>
              <p:cNvPr id="2058" name="Google Shape;2058;p56"/>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059" name="Google Shape;2059;p56"/>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060" name="Google Shape;2060;p56"/>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061" name="Google Shape;2061;p56"/>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062" name="Google Shape;2062;p56"/>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063" name="Google Shape;2063;p56"/>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064" name="Google Shape;2064;p56"/>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065" name="Google Shape;2065;p56"/>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066" name="Google Shape;2066;p56"/>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067" name="Google Shape;2067;p56"/>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068" name="Google Shape;2068;p56"/>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069" name="Google Shape;2069;p56"/>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nvGrpSpPr>
            <p:cNvPr id="2070" name="Google Shape;2070;p56"/>
            <p:cNvGrpSpPr/>
            <p:nvPr/>
          </p:nvGrpSpPr>
          <p:grpSpPr>
            <a:xfrm>
              <a:off x="-6475" y="2716224"/>
              <a:ext cx="9141070" cy="1893600"/>
              <a:chOff x="-6475" y="2716224"/>
              <a:chExt cx="9141070" cy="1893600"/>
            </a:xfrm>
          </p:grpSpPr>
          <p:sp>
            <p:nvSpPr>
              <p:cNvPr id="2071" name="Google Shape;2071;p56"/>
              <p:cNvSpPr/>
              <p:nvPr/>
            </p:nvSpPr>
            <p:spPr>
              <a:xfrm flipH="1">
                <a:off x="8835795" y="2937530"/>
                <a:ext cx="298800" cy="1672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56"/>
              <p:cNvSpPr/>
              <p:nvPr/>
            </p:nvSpPr>
            <p:spPr>
              <a:xfrm flipH="1">
                <a:off x="8393681" y="3562730"/>
                <a:ext cx="298800" cy="1047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56"/>
              <p:cNvSpPr/>
              <p:nvPr/>
            </p:nvSpPr>
            <p:spPr>
              <a:xfrm flipH="1">
                <a:off x="7951568" y="3330530"/>
                <a:ext cx="298800" cy="1279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56"/>
              <p:cNvSpPr/>
              <p:nvPr/>
            </p:nvSpPr>
            <p:spPr>
              <a:xfrm flipH="1">
                <a:off x="7509454" y="3562730"/>
                <a:ext cx="298800" cy="1047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56"/>
              <p:cNvSpPr/>
              <p:nvPr/>
            </p:nvSpPr>
            <p:spPr>
              <a:xfrm flipH="1">
                <a:off x="7067341" y="3140330"/>
                <a:ext cx="298800" cy="1469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56"/>
              <p:cNvSpPr/>
              <p:nvPr/>
            </p:nvSpPr>
            <p:spPr>
              <a:xfrm flipH="1">
                <a:off x="6625227" y="4148330"/>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56"/>
              <p:cNvSpPr/>
              <p:nvPr/>
            </p:nvSpPr>
            <p:spPr>
              <a:xfrm flipH="1">
                <a:off x="6183114" y="3140330"/>
                <a:ext cx="298800" cy="1469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56"/>
              <p:cNvSpPr/>
              <p:nvPr/>
            </p:nvSpPr>
            <p:spPr>
              <a:xfrm flipH="1">
                <a:off x="5298887" y="4148330"/>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56"/>
              <p:cNvSpPr/>
              <p:nvPr/>
            </p:nvSpPr>
            <p:spPr>
              <a:xfrm>
                <a:off x="-6475" y="2716224"/>
                <a:ext cx="298800" cy="1893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56"/>
              <p:cNvSpPr/>
              <p:nvPr/>
            </p:nvSpPr>
            <p:spPr>
              <a:xfrm>
                <a:off x="435639" y="3562730"/>
                <a:ext cx="298800" cy="1047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56"/>
              <p:cNvSpPr/>
              <p:nvPr/>
            </p:nvSpPr>
            <p:spPr>
              <a:xfrm>
                <a:off x="877752" y="3330530"/>
                <a:ext cx="298800" cy="1279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56"/>
              <p:cNvSpPr/>
              <p:nvPr/>
            </p:nvSpPr>
            <p:spPr>
              <a:xfrm>
                <a:off x="1319866" y="3562730"/>
                <a:ext cx="298800" cy="1047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56"/>
              <p:cNvSpPr/>
              <p:nvPr/>
            </p:nvSpPr>
            <p:spPr>
              <a:xfrm>
                <a:off x="1761979" y="3140330"/>
                <a:ext cx="298800" cy="1469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56"/>
              <p:cNvSpPr/>
              <p:nvPr/>
            </p:nvSpPr>
            <p:spPr>
              <a:xfrm>
                <a:off x="2204093" y="4148330"/>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56"/>
              <p:cNvSpPr/>
              <p:nvPr/>
            </p:nvSpPr>
            <p:spPr>
              <a:xfrm>
                <a:off x="2646206" y="3140330"/>
                <a:ext cx="298800" cy="1469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56"/>
              <p:cNvSpPr/>
              <p:nvPr/>
            </p:nvSpPr>
            <p:spPr>
              <a:xfrm>
                <a:off x="3088320" y="4148330"/>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56"/>
              <p:cNvSpPr/>
              <p:nvPr/>
            </p:nvSpPr>
            <p:spPr>
              <a:xfrm>
                <a:off x="3530433" y="3140330"/>
                <a:ext cx="298800" cy="1469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56"/>
              <p:cNvSpPr/>
              <p:nvPr/>
            </p:nvSpPr>
            <p:spPr>
              <a:xfrm>
                <a:off x="4414660" y="3140330"/>
                <a:ext cx="298800" cy="1469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56"/>
              <p:cNvSpPr/>
              <p:nvPr/>
            </p:nvSpPr>
            <p:spPr>
              <a:xfrm>
                <a:off x="4856773" y="3949130"/>
                <a:ext cx="298800" cy="660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56"/>
              <p:cNvSpPr/>
              <p:nvPr/>
            </p:nvSpPr>
            <p:spPr>
              <a:xfrm>
                <a:off x="3972546" y="3562730"/>
                <a:ext cx="298800" cy="1047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56"/>
              <p:cNvSpPr/>
              <p:nvPr/>
            </p:nvSpPr>
            <p:spPr>
              <a:xfrm>
                <a:off x="5741000" y="4148330"/>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092" name="Google Shape;2092;p56"/>
          <p:cNvGrpSpPr/>
          <p:nvPr/>
        </p:nvGrpSpPr>
        <p:grpSpPr>
          <a:xfrm>
            <a:off x="-6473" y="337177"/>
            <a:ext cx="9003464" cy="4483123"/>
            <a:chOff x="-6473" y="337177"/>
            <a:chExt cx="9003464" cy="4483123"/>
          </a:xfrm>
        </p:grpSpPr>
        <p:pic>
          <p:nvPicPr>
            <p:cNvPr id="2093" name="Google Shape;2093;p56"/>
            <p:cNvPicPr preferRelativeResize="0"/>
            <p:nvPr/>
          </p:nvPicPr>
          <p:blipFill rotWithShape="1">
            <a:blip r:embed="rId2">
              <a:alphaModFix/>
            </a:blip>
            <a:srcRect b="12546" l="28959" r="12546" t="12546"/>
            <a:stretch/>
          </p:blipFill>
          <p:spPr>
            <a:xfrm rot="10800000">
              <a:off x="-6473" y="4118400"/>
              <a:ext cx="854948" cy="701900"/>
            </a:xfrm>
            <a:prstGeom prst="rect">
              <a:avLst/>
            </a:prstGeom>
            <a:noFill/>
            <a:ln>
              <a:noFill/>
            </a:ln>
          </p:spPr>
        </p:pic>
        <p:grpSp>
          <p:nvGrpSpPr>
            <p:cNvPr id="2094" name="Google Shape;2094;p56"/>
            <p:cNvGrpSpPr/>
            <p:nvPr/>
          </p:nvGrpSpPr>
          <p:grpSpPr>
            <a:xfrm>
              <a:off x="340235" y="337177"/>
              <a:ext cx="745978" cy="516368"/>
              <a:chOff x="923424" y="1580182"/>
              <a:chExt cx="1171264" cy="810752"/>
            </a:xfrm>
          </p:grpSpPr>
          <p:sp>
            <p:nvSpPr>
              <p:cNvPr id="2095" name="Google Shape;2095;p56"/>
              <p:cNvSpPr/>
              <p:nvPr/>
            </p:nvSpPr>
            <p:spPr>
              <a:xfrm>
                <a:off x="923424" y="1782870"/>
                <a:ext cx="468064" cy="405392"/>
              </a:xfrm>
              <a:custGeom>
                <a:rect b="b" l="l" r="r" t="t"/>
                <a:pathLst>
                  <a:path extrusionOk="0" fill="none" h="25337" w="29254">
                    <a:moveTo>
                      <a:pt x="21942" y="0"/>
                    </a:moveTo>
                    <a:lnTo>
                      <a:pt x="7314" y="0"/>
                    </a:lnTo>
                    <a:lnTo>
                      <a:pt x="0" y="12668"/>
                    </a:lnTo>
                    <a:lnTo>
                      <a:pt x="7314" y="25336"/>
                    </a:lnTo>
                    <a:lnTo>
                      <a:pt x="21942"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56"/>
              <p:cNvSpPr/>
              <p:nvPr/>
            </p:nvSpPr>
            <p:spPr>
              <a:xfrm>
                <a:off x="1626624" y="1782870"/>
                <a:ext cx="468064" cy="405392"/>
              </a:xfrm>
              <a:custGeom>
                <a:rect b="b" l="l" r="r" t="t"/>
                <a:pathLst>
                  <a:path extrusionOk="0" fill="none" h="25337" w="29254">
                    <a:moveTo>
                      <a:pt x="21940" y="0"/>
                    </a:moveTo>
                    <a:lnTo>
                      <a:pt x="7314" y="0"/>
                    </a:lnTo>
                    <a:lnTo>
                      <a:pt x="0" y="12668"/>
                    </a:lnTo>
                    <a:lnTo>
                      <a:pt x="7314" y="25336"/>
                    </a:lnTo>
                    <a:lnTo>
                      <a:pt x="21940"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56"/>
              <p:cNvSpPr/>
              <p:nvPr/>
            </p:nvSpPr>
            <p:spPr>
              <a:xfrm>
                <a:off x="1274896" y="1580182"/>
                <a:ext cx="468096" cy="405392"/>
              </a:xfrm>
              <a:custGeom>
                <a:rect b="b" l="l" r="r" t="t"/>
                <a:pathLst>
                  <a:path extrusionOk="0" fill="none" h="25337" w="29256">
                    <a:moveTo>
                      <a:pt x="21942" y="1"/>
                    </a:moveTo>
                    <a:lnTo>
                      <a:pt x="7314" y="1"/>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56"/>
              <p:cNvSpPr/>
              <p:nvPr/>
            </p:nvSpPr>
            <p:spPr>
              <a:xfrm>
                <a:off x="1274896" y="1985558"/>
                <a:ext cx="468096" cy="405376"/>
              </a:xfrm>
              <a:custGeom>
                <a:rect b="b" l="l" r="r" t="t"/>
                <a:pathLst>
                  <a:path extrusionOk="0" fill="none" h="25336" w="29256">
                    <a:moveTo>
                      <a:pt x="21942" y="0"/>
                    </a:moveTo>
                    <a:lnTo>
                      <a:pt x="7314" y="0"/>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99" name="Google Shape;2099;p56"/>
            <p:cNvSpPr/>
            <p:nvPr/>
          </p:nvSpPr>
          <p:spPr>
            <a:xfrm rot="1771310">
              <a:off x="8583600" y="180453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100" name="Shape 2100"/>
        <p:cNvGrpSpPr/>
        <p:nvPr/>
      </p:nvGrpSpPr>
      <p:grpSpPr>
        <a:xfrm>
          <a:off x="0" y="0"/>
          <a:ext cx="0" cy="0"/>
          <a:chOff x="0" y="0"/>
          <a:chExt cx="0" cy="0"/>
        </a:xfrm>
      </p:grpSpPr>
      <p:sp>
        <p:nvSpPr>
          <p:cNvPr id="2101" name="Google Shape;2101;p57"/>
          <p:cNvSpPr/>
          <p:nvPr/>
        </p:nvSpPr>
        <p:spPr>
          <a:xfrm flipH="1">
            <a:off x="5298887" y="4148330"/>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57"/>
          <p:cNvSpPr/>
          <p:nvPr/>
        </p:nvSpPr>
        <p:spPr>
          <a:xfrm>
            <a:off x="3530425" y="4148329"/>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57"/>
          <p:cNvSpPr/>
          <p:nvPr/>
        </p:nvSpPr>
        <p:spPr>
          <a:xfrm>
            <a:off x="4414650" y="4401830"/>
            <a:ext cx="298800" cy="207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57"/>
          <p:cNvSpPr/>
          <p:nvPr/>
        </p:nvSpPr>
        <p:spPr>
          <a:xfrm>
            <a:off x="4856775" y="4257354"/>
            <a:ext cx="298800" cy="352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57"/>
          <p:cNvSpPr/>
          <p:nvPr/>
        </p:nvSpPr>
        <p:spPr>
          <a:xfrm>
            <a:off x="3972550" y="4257352"/>
            <a:ext cx="298800" cy="352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6" name="Google Shape;2106;p57"/>
          <p:cNvGrpSpPr/>
          <p:nvPr/>
        </p:nvGrpSpPr>
        <p:grpSpPr>
          <a:xfrm>
            <a:off x="-6475" y="1955300"/>
            <a:ext cx="9250200" cy="3201909"/>
            <a:chOff x="-6475" y="1955300"/>
            <a:chExt cx="9250200" cy="3201909"/>
          </a:xfrm>
        </p:grpSpPr>
        <p:grpSp>
          <p:nvGrpSpPr>
            <p:cNvPr id="2107" name="Google Shape;2107;p57"/>
            <p:cNvGrpSpPr/>
            <p:nvPr/>
          </p:nvGrpSpPr>
          <p:grpSpPr>
            <a:xfrm>
              <a:off x="-6475" y="4609669"/>
              <a:ext cx="9250200" cy="547540"/>
              <a:chOff x="-6475" y="4167900"/>
              <a:chExt cx="9250200" cy="988875"/>
            </a:xfrm>
          </p:grpSpPr>
          <p:cxnSp>
            <p:nvCxnSpPr>
              <p:cNvPr id="2108" name="Google Shape;2108;p57"/>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109" name="Google Shape;2109;p57"/>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110" name="Google Shape;2110;p57"/>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111" name="Google Shape;2111;p57"/>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112" name="Google Shape;2112;p57"/>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113" name="Google Shape;2113;p57"/>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114" name="Google Shape;2114;p57"/>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115" name="Google Shape;2115;p57"/>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116" name="Google Shape;2116;p57"/>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117" name="Google Shape;2117;p57"/>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118" name="Google Shape;2118;p57"/>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119" name="Google Shape;2119;p57"/>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nvGrpSpPr>
            <p:cNvPr id="2120" name="Google Shape;2120;p57"/>
            <p:cNvGrpSpPr/>
            <p:nvPr/>
          </p:nvGrpSpPr>
          <p:grpSpPr>
            <a:xfrm>
              <a:off x="-6475" y="1955300"/>
              <a:ext cx="9141075" cy="2654569"/>
              <a:chOff x="-6475" y="1955300"/>
              <a:chExt cx="9141075" cy="2654569"/>
            </a:xfrm>
          </p:grpSpPr>
          <p:sp>
            <p:nvSpPr>
              <p:cNvPr id="2121" name="Google Shape;2121;p57"/>
              <p:cNvSpPr/>
              <p:nvPr/>
            </p:nvSpPr>
            <p:spPr>
              <a:xfrm flipH="1">
                <a:off x="8835800" y="1955324"/>
                <a:ext cx="298800" cy="2654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57"/>
              <p:cNvSpPr/>
              <p:nvPr/>
            </p:nvSpPr>
            <p:spPr>
              <a:xfrm flipH="1">
                <a:off x="8393675" y="2253901"/>
                <a:ext cx="298800" cy="2355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57"/>
              <p:cNvSpPr/>
              <p:nvPr/>
            </p:nvSpPr>
            <p:spPr>
              <a:xfrm flipH="1">
                <a:off x="7951575" y="2619897"/>
                <a:ext cx="298800" cy="1989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57"/>
              <p:cNvSpPr/>
              <p:nvPr/>
            </p:nvSpPr>
            <p:spPr>
              <a:xfrm flipH="1">
                <a:off x="7509450" y="2985922"/>
                <a:ext cx="298800" cy="1623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57"/>
              <p:cNvSpPr/>
              <p:nvPr/>
            </p:nvSpPr>
            <p:spPr>
              <a:xfrm flipH="1">
                <a:off x="7067350" y="3429010"/>
                <a:ext cx="298800" cy="1180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57"/>
              <p:cNvSpPr/>
              <p:nvPr/>
            </p:nvSpPr>
            <p:spPr>
              <a:xfrm flipH="1">
                <a:off x="6625225" y="3631269"/>
                <a:ext cx="298800" cy="978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57"/>
              <p:cNvSpPr/>
              <p:nvPr/>
            </p:nvSpPr>
            <p:spPr>
              <a:xfrm flipH="1">
                <a:off x="6183125" y="3775752"/>
                <a:ext cx="298800" cy="834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57"/>
              <p:cNvSpPr/>
              <p:nvPr/>
            </p:nvSpPr>
            <p:spPr>
              <a:xfrm>
                <a:off x="-6475" y="1955300"/>
                <a:ext cx="298800" cy="2654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57"/>
              <p:cNvSpPr/>
              <p:nvPr/>
            </p:nvSpPr>
            <p:spPr>
              <a:xfrm>
                <a:off x="435650" y="2253901"/>
                <a:ext cx="298800" cy="2355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57"/>
              <p:cNvSpPr/>
              <p:nvPr/>
            </p:nvSpPr>
            <p:spPr>
              <a:xfrm>
                <a:off x="877750" y="2619897"/>
                <a:ext cx="298800" cy="1989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57"/>
              <p:cNvSpPr/>
              <p:nvPr/>
            </p:nvSpPr>
            <p:spPr>
              <a:xfrm>
                <a:off x="1319875" y="2985922"/>
                <a:ext cx="298800" cy="1623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57"/>
              <p:cNvSpPr/>
              <p:nvPr/>
            </p:nvSpPr>
            <p:spPr>
              <a:xfrm>
                <a:off x="1761975" y="3429001"/>
                <a:ext cx="298800" cy="1180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57"/>
              <p:cNvSpPr/>
              <p:nvPr/>
            </p:nvSpPr>
            <p:spPr>
              <a:xfrm>
                <a:off x="2204100" y="3631269"/>
                <a:ext cx="298800" cy="978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57"/>
              <p:cNvSpPr/>
              <p:nvPr/>
            </p:nvSpPr>
            <p:spPr>
              <a:xfrm>
                <a:off x="2646200" y="3775752"/>
                <a:ext cx="298800" cy="834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57"/>
              <p:cNvSpPr/>
              <p:nvPr/>
            </p:nvSpPr>
            <p:spPr>
              <a:xfrm>
                <a:off x="3088325" y="3949122"/>
                <a:ext cx="298800" cy="660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57"/>
              <p:cNvSpPr/>
              <p:nvPr/>
            </p:nvSpPr>
            <p:spPr>
              <a:xfrm>
                <a:off x="5741001" y="3949122"/>
                <a:ext cx="298800" cy="660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37" name="Google Shape;2137;p57"/>
          <p:cNvGrpSpPr/>
          <p:nvPr/>
        </p:nvGrpSpPr>
        <p:grpSpPr>
          <a:xfrm>
            <a:off x="1344296" y="-3"/>
            <a:ext cx="7921842" cy="5143495"/>
            <a:chOff x="1344296" y="-3"/>
            <a:chExt cx="7921842" cy="5143495"/>
          </a:xfrm>
        </p:grpSpPr>
        <p:pic>
          <p:nvPicPr>
            <p:cNvPr id="2138" name="Google Shape;2138;p57"/>
            <p:cNvPicPr preferRelativeResize="0"/>
            <p:nvPr/>
          </p:nvPicPr>
          <p:blipFill rotWithShape="1">
            <a:blip r:embed="rId2">
              <a:alphaModFix/>
            </a:blip>
            <a:srcRect b="12546" l="28959" r="12546" t="12546"/>
            <a:stretch/>
          </p:blipFill>
          <p:spPr>
            <a:xfrm rot="10800000">
              <a:off x="8344502" y="3058875"/>
              <a:ext cx="854948" cy="701900"/>
            </a:xfrm>
            <a:prstGeom prst="rect">
              <a:avLst/>
            </a:prstGeom>
            <a:noFill/>
            <a:ln>
              <a:noFill/>
            </a:ln>
          </p:spPr>
        </p:pic>
        <p:grpSp>
          <p:nvGrpSpPr>
            <p:cNvPr id="2139" name="Google Shape;2139;p57"/>
            <p:cNvGrpSpPr/>
            <p:nvPr/>
          </p:nvGrpSpPr>
          <p:grpSpPr>
            <a:xfrm>
              <a:off x="8520160" y="433502"/>
              <a:ext cx="745978" cy="516368"/>
              <a:chOff x="923424" y="1580182"/>
              <a:chExt cx="1171264" cy="810752"/>
            </a:xfrm>
          </p:grpSpPr>
          <p:sp>
            <p:nvSpPr>
              <p:cNvPr id="2140" name="Google Shape;2140;p57"/>
              <p:cNvSpPr/>
              <p:nvPr/>
            </p:nvSpPr>
            <p:spPr>
              <a:xfrm>
                <a:off x="923424" y="1782870"/>
                <a:ext cx="468064" cy="405392"/>
              </a:xfrm>
              <a:custGeom>
                <a:rect b="b" l="l" r="r" t="t"/>
                <a:pathLst>
                  <a:path extrusionOk="0" fill="none" h="25337" w="29254">
                    <a:moveTo>
                      <a:pt x="21942" y="0"/>
                    </a:moveTo>
                    <a:lnTo>
                      <a:pt x="7314" y="0"/>
                    </a:lnTo>
                    <a:lnTo>
                      <a:pt x="0" y="12668"/>
                    </a:lnTo>
                    <a:lnTo>
                      <a:pt x="7314" y="25336"/>
                    </a:lnTo>
                    <a:lnTo>
                      <a:pt x="21942"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57"/>
              <p:cNvSpPr/>
              <p:nvPr/>
            </p:nvSpPr>
            <p:spPr>
              <a:xfrm>
                <a:off x="1626624" y="1782870"/>
                <a:ext cx="468064" cy="405392"/>
              </a:xfrm>
              <a:custGeom>
                <a:rect b="b" l="l" r="r" t="t"/>
                <a:pathLst>
                  <a:path extrusionOk="0" fill="none" h="25337" w="29254">
                    <a:moveTo>
                      <a:pt x="21940" y="0"/>
                    </a:moveTo>
                    <a:lnTo>
                      <a:pt x="7314" y="0"/>
                    </a:lnTo>
                    <a:lnTo>
                      <a:pt x="0" y="12668"/>
                    </a:lnTo>
                    <a:lnTo>
                      <a:pt x="7314" y="25336"/>
                    </a:lnTo>
                    <a:lnTo>
                      <a:pt x="21940"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57"/>
              <p:cNvSpPr/>
              <p:nvPr/>
            </p:nvSpPr>
            <p:spPr>
              <a:xfrm>
                <a:off x="1274896" y="1580182"/>
                <a:ext cx="468096" cy="405392"/>
              </a:xfrm>
              <a:custGeom>
                <a:rect b="b" l="l" r="r" t="t"/>
                <a:pathLst>
                  <a:path extrusionOk="0" fill="none" h="25337" w="29256">
                    <a:moveTo>
                      <a:pt x="21942" y="1"/>
                    </a:moveTo>
                    <a:lnTo>
                      <a:pt x="7314" y="1"/>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57"/>
              <p:cNvSpPr/>
              <p:nvPr/>
            </p:nvSpPr>
            <p:spPr>
              <a:xfrm>
                <a:off x="1274896" y="1985558"/>
                <a:ext cx="468096" cy="405376"/>
              </a:xfrm>
              <a:custGeom>
                <a:rect b="b" l="l" r="r" t="t"/>
                <a:pathLst>
                  <a:path extrusionOk="0" fill="none" h="25336" w="29256">
                    <a:moveTo>
                      <a:pt x="21942" y="0"/>
                    </a:moveTo>
                    <a:lnTo>
                      <a:pt x="7314" y="0"/>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44" name="Google Shape;2144;p57"/>
            <p:cNvSpPr/>
            <p:nvPr/>
          </p:nvSpPr>
          <p:spPr>
            <a:xfrm rot="1771310">
              <a:off x="2062725" y="635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57"/>
            <p:cNvSpPr/>
            <p:nvPr/>
          </p:nvSpPr>
          <p:spPr>
            <a:xfrm rot="1771310">
              <a:off x="1407750" y="47301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49" name="Shape 2149"/>
        <p:cNvGrpSpPr/>
        <p:nvPr/>
      </p:nvGrpSpPr>
      <p:grpSpPr>
        <a:xfrm>
          <a:off x="0" y="0"/>
          <a:ext cx="0" cy="0"/>
          <a:chOff x="0" y="0"/>
          <a:chExt cx="0" cy="0"/>
        </a:xfrm>
      </p:grpSpPr>
      <p:grpSp>
        <p:nvGrpSpPr>
          <p:cNvPr id="2150" name="Google Shape;2150;p59"/>
          <p:cNvGrpSpPr/>
          <p:nvPr/>
        </p:nvGrpSpPr>
        <p:grpSpPr>
          <a:xfrm>
            <a:off x="-6475" y="2927242"/>
            <a:ext cx="9250200" cy="2229968"/>
            <a:chOff x="-6475" y="2927242"/>
            <a:chExt cx="9250200" cy="2229968"/>
          </a:xfrm>
        </p:grpSpPr>
        <p:grpSp>
          <p:nvGrpSpPr>
            <p:cNvPr id="2151" name="Google Shape;2151;p59"/>
            <p:cNvGrpSpPr/>
            <p:nvPr/>
          </p:nvGrpSpPr>
          <p:grpSpPr>
            <a:xfrm flipH="1">
              <a:off x="5831182" y="2927242"/>
              <a:ext cx="3303413" cy="1672406"/>
              <a:chOff x="-6475" y="2302000"/>
              <a:chExt cx="3303413" cy="1865900"/>
            </a:xfrm>
          </p:grpSpPr>
          <p:sp>
            <p:nvSpPr>
              <p:cNvPr id="2152" name="Google Shape;2152;p59"/>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59"/>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59"/>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59"/>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59"/>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59"/>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59"/>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59"/>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0" name="Google Shape;2160;p59"/>
            <p:cNvGrpSpPr/>
            <p:nvPr/>
          </p:nvGrpSpPr>
          <p:grpSpPr>
            <a:xfrm>
              <a:off x="-6475" y="2927242"/>
              <a:ext cx="3303413" cy="1672406"/>
              <a:chOff x="-6475" y="2302000"/>
              <a:chExt cx="3303413" cy="1865900"/>
            </a:xfrm>
          </p:grpSpPr>
          <p:sp>
            <p:nvSpPr>
              <p:cNvPr id="2161" name="Google Shape;2161;p59"/>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59"/>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59"/>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59"/>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59"/>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59"/>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59"/>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59"/>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9" name="Google Shape;2169;p59"/>
            <p:cNvGrpSpPr/>
            <p:nvPr/>
          </p:nvGrpSpPr>
          <p:grpSpPr>
            <a:xfrm>
              <a:off x="-6475" y="4609669"/>
              <a:ext cx="9250200" cy="547540"/>
              <a:chOff x="-6475" y="4167900"/>
              <a:chExt cx="9250200" cy="988875"/>
            </a:xfrm>
          </p:grpSpPr>
          <p:cxnSp>
            <p:nvCxnSpPr>
              <p:cNvPr id="2170" name="Google Shape;2170;p59"/>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171" name="Google Shape;2171;p59"/>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172" name="Google Shape;2172;p59"/>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173" name="Google Shape;2173;p59"/>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174" name="Google Shape;2174;p59"/>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175" name="Google Shape;2175;p59"/>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176" name="Google Shape;2176;p59"/>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177" name="Google Shape;2177;p59"/>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178" name="Google Shape;2178;p59"/>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179" name="Google Shape;2179;p59"/>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180" name="Google Shape;2180;p59"/>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181" name="Google Shape;2181;p59"/>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182" name="Google Shape;2182;p59"/>
          <p:cNvSpPr txBox="1"/>
          <p:nvPr>
            <p:ph type="ctrTitle"/>
          </p:nvPr>
        </p:nvSpPr>
        <p:spPr>
          <a:xfrm>
            <a:off x="713225" y="525800"/>
            <a:ext cx="6348300" cy="390000"/>
          </a:xfrm>
          <a:prstGeom prst="rect">
            <a:avLst/>
          </a:prstGeom>
        </p:spPr>
        <p:txBody>
          <a:bodyPr anchorCtr="0" anchor="t" bIns="91425" lIns="91425" spcFirstLastPara="1" rIns="91425" wrap="square" tIns="91425">
            <a:noAutofit/>
          </a:bodyPr>
          <a:lstStyle>
            <a:lvl1pPr lvl="0">
              <a:spcBef>
                <a:spcPts val="0"/>
              </a:spcBef>
              <a:spcAft>
                <a:spcPts val="0"/>
              </a:spcAft>
              <a:buClr>
                <a:srgbClr val="191919"/>
              </a:buClr>
              <a:buSzPts val="5200"/>
              <a:buNone/>
              <a:defRPr sz="2300">
                <a:solidFill>
                  <a:schemeClr val="accent1"/>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183" name="Google Shape;2183;p59"/>
          <p:cNvSpPr txBox="1"/>
          <p:nvPr>
            <p:ph idx="1" type="subTitle"/>
          </p:nvPr>
        </p:nvSpPr>
        <p:spPr>
          <a:xfrm>
            <a:off x="922500" y="3723240"/>
            <a:ext cx="4280700" cy="41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700">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184" name="Google Shape;2184;p59"/>
          <p:cNvSpPr txBox="1"/>
          <p:nvPr>
            <p:ph idx="2" type="ctrTitle"/>
          </p:nvPr>
        </p:nvSpPr>
        <p:spPr>
          <a:xfrm>
            <a:off x="713225" y="992000"/>
            <a:ext cx="5293200" cy="2377500"/>
          </a:xfrm>
          <a:prstGeom prst="rect">
            <a:avLst/>
          </a:prstGeom>
        </p:spPr>
        <p:txBody>
          <a:bodyPr anchorCtr="0" anchor="t" bIns="91425" lIns="91425" spcFirstLastPara="1" rIns="91425" wrap="square" tIns="91425">
            <a:noAutofit/>
          </a:bodyPr>
          <a:lstStyle>
            <a:lvl1pPr lvl="0">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85" name="Shape 2185"/>
        <p:cNvGrpSpPr/>
        <p:nvPr/>
      </p:nvGrpSpPr>
      <p:grpSpPr>
        <a:xfrm>
          <a:off x="0" y="0"/>
          <a:ext cx="0" cy="0"/>
          <a:chOff x="0" y="0"/>
          <a:chExt cx="0" cy="0"/>
        </a:xfrm>
      </p:grpSpPr>
      <p:grpSp>
        <p:nvGrpSpPr>
          <p:cNvPr id="2186" name="Google Shape;2186;p60"/>
          <p:cNvGrpSpPr/>
          <p:nvPr/>
        </p:nvGrpSpPr>
        <p:grpSpPr>
          <a:xfrm>
            <a:off x="-6475" y="2927242"/>
            <a:ext cx="9250200" cy="2229968"/>
            <a:chOff x="-6475" y="2927242"/>
            <a:chExt cx="9250200" cy="2229968"/>
          </a:xfrm>
        </p:grpSpPr>
        <p:grpSp>
          <p:nvGrpSpPr>
            <p:cNvPr id="2187" name="Google Shape;2187;p60"/>
            <p:cNvGrpSpPr/>
            <p:nvPr/>
          </p:nvGrpSpPr>
          <p:grpSpPr>
            <a:xfrm flipH="1">
              <a:off x="5831182" y="2927242"/>
              <a:ext cx="3303413" cy="1672406"/>
              <a:chOff x="-6475" y="2302000"/>
              <a:chExt cx="3303413" cy="1865900"/>
            </a:xfrm>
          </p:grpSpPr>
          <p:sp>
            <p:nvSpPr>
              <p:cNvPr id="2188" name="Google Shape;2188;p60"/>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60"/>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60"/>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60"/>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60"/>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60"/>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60"/>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60"/>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6" name="Google Shape;2196;p60"/>
            <p:cNvGrpSpPr/>
            <p:nvPr/>
          </p:nvGrpSpPr>
          <p:grpSpPr>
            <a:xfrm>
              <a:off x="-6475" y="2927242"/>
              <a:ext cx="3303413" cy="1672406"/>
              <a:chOff x="-6475" y="2302000"/>
              <a:chExt cx="3303413" cy="1865900"/>
            </a:xfrm>
          </p:grpSpPr>
          <p:sp>
            <p:nvSpPr>
              <p:cNvPr id="2197" name="Google Shape;2197;p60"/>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60"/>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60"/>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60"/>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60"/>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60"/>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60"/>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60"/>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5" name="Google Shape;2205;p60"/>
            <p:cNvGrpSpPr/>
            <p:nvPr/>
          </p:nvGrpSpPr>
          <p:grpSpPr>
            <a:xfrm>
              <a:off x="-6475" y="4609669"/>
              <a:ext cx="9250200" cy="547540"/>
              <a:chOff x="-6475" y="4167900"/>
              <a:chExt cx="9250200" cy="988875"/>
            </a:xfrm>
          </p:grpSpPr>
          <p:cxnSp>
            <p:nvCxnSpPr>
              <p:cNvPr id="2206" name="Google Shape;2206;p60"/>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207" name="Google Shape;2207;p60"/>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208" name="Google Shape;2208;p60"/>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209" name="Google Shape;2209;p60"/>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210" name="Google Shape;2210;p60"/>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211" name="Google Shape;2211;p60"/>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212" name="Google Shape;2212;p60"/>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213" name="Google Shape;2213;p60"/>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214" name="Google Shape;2214;p60"/>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215" name="Google Shape;2215;p60"/>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216" name="Google Shape;2216;p60"/>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217" name="Google Shape;2217;p60"/>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218" name="Google Shape;2218;p60"/>
          <p:cNvSpPr txBox="1"/>
          <p:nvPr>
            <p:ph type="title"/>
          </p:nvPr>
        </p:nvSpPr>
        <p:spPr>
          <a:xfrm>
            <a:off x="4238225" y="1325037"/>
            <a:ext cx="4184700" cy="812100"/>
          </a:xfrm>
          <a:prstGeom prst="rect">
            <a:avLst/>
          </a:prstGeom>
        </p:spPr>
        <p:txBody>
          <a:bodyPr anchorCtr="0" anchor="ctr" bIns="91425" lIns="91425" spcFirstLastPara="1" rIns="91425" wrap="square" tIns="91425">
            <a:noAutofit/>
          </a:bodyPr>
          <a:lstStyle>
            <a:lvl1pPr lvl="0" algn="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219" name="Google Shape;2219;p60"/>
          <p:cNvSpPr txBox="1"/>
          <p:nvPr>
            <p:ph hasCustomPrompt="1" idx="2" type="title"/>
          </p:nvPr>
        </p:nvSpPr>
        <p:spPr>
          <a:xfrm>
            <a:off x="1328703" y="1393437"/>
            <a:ext cx="1221300" cy="7437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6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220" name="Google Shape;2220;p60"/>
          <p:cNvSpPr txBox="1"/>
          <p:nvPr>
            <p:ph idx="1" type="subTitle"/>
          </p:nvPr>
        </p:nvSpPr>
        <p:spPr>
          <a:xfrm>
            <a:off x="4238225" y="2338425"/>
            <a:ext cx="4032300" cy="4380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600">
                <a:solidFill>
                  <a:schemeClr val="lt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21" name="Shape 2221"/>
        <p:cNvGrpSpPr/>
        <p:nvPr/>
      </p:nvGrpSpPr>
      <p:grpSpPr>
        <a:xfrm>
          <a:off x="0" y="0"/>
          <a:ext cx="0" cy="0"/>
          <a:chOff x="0" y="0"/>
          <a:chExt cx="0" cy="0"/>
        </a:xfrm>
      </p:grpSpPr>
      <p:grpSp>
        <p:nvGrpSpPr>
          <p:cNvPr id="2222" name="Google Shape;2222;p61"/>
          <p:cNvGrpSpPr/>
          <p:nvPr/>
        </p:nvGrpSpPr>
        <p:grpSpPr>
          <a:xfrm>
            <a:off x="-6475" y="2927242"/>
            <a:ext cx="9250200" cy="2229968"/>
            <a:chOff x="-6475" y="2927242"/>
            <a:chExt cx="9250200" cy="2229968"/>
          </a:xfrm>
        </p:grpSpPr>
        <p:grpSp>
          <p:nvGrpSpPr>
            <p:cNvPr id="2223" name="Google Shape;2223;p61"/>
            <p:cNvGrpSpPr/>
            <p:nvPr/>
          </p:nvGrpSpPr>
          <p:grpSpPr>
            <a:xfrm flipH="1">
              <a:off x="5831182" y="2927242"/>
              <a:ext cx="3303413" cy="1672406"/>
              <a:chOff x="-6475" y="2302000"/>
              <a:chExt cx="3303413" cy="1865900"/>
            </a:xfrm>
          </p:grpSpPr>
          <p:sp>
            <p:nvSpPr>
              <p:cNvPr id="2224" name="Google Shape;2224;p61"/>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61"/>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61"/>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61"/>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61"/>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61"/>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61"/>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61"/>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2" name="Google Shape;2232;p61"/>
            <p:cNvGrpSpPr/>
            <p:nvPr/>
          </p:nvGrpSpPr>
          <p:grpSpPr>
            <a:xfrm>
              <a:off x="-6475" y="2927242"/>
              <a:ext cx="3303413" cy="1672406"/>
              <a:chOff x="-6475" y="2302000"/>
              <a:chExt cx="3303413" cy="1865900"/>
            </a:xfrm>
          </p:grpSpPr>
          <p:sp>
            <p:nvSpPr>
              <p:cNvPr id="2233" name="Google Shape;2233;p61"/>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61"/>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61"/>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61"/>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61"/>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61"/>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61"/>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61"/>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41" name="Google Shape;2241;p61"/>
            <p:cNvGrpSpPr/>
            <p:nvPr/>
          </p:nvGrpSpPr>
          <p:grpSpPr>
            <a:xfrm>
              <a:off x="-6475" y="4609669"/>
              <a:ext cx="9250200" cy="547540"/>
              <a:chOff x="-6475" y="4167900"/>
              <a:chExt cx="9250200" cy="988875"/>
            </a:xfrm>
          </p:grpSpPr>
          <p:cxnSp>
            <p:nvCxnSpPr>
              <p:cNvPr id="2242" name="Google Shape;2242;p61"/>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243" name="Google Shape;2243;p61"/>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244" name="Google Shape;2244;p61"/>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245" name="Google Shape;2245;p61"/>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246" name="Google Shape;2246;p61"/>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247" name="Google Shape;2247;p61"/>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248" name="Google Shape;2248;p61"/>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249" name="Google Shape;2249;p61"/>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250" name="Google Shape;2250;p61"/>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251" name="Google Shape;2251;p61"/>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252" name="Google Shape;2252;p61"/>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253" name="Google Shape;2253;p61"/>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254" name="Google Shape;2254;p61"/>
          <p:cNvSpPr txBox="1"/>
          <p:nvPr>
            <p:ph type="title"/>
          </p:nvPr>
        </p:nvSpPr>
        <p:spPr>
          <a:xfrm>
            <a:off x="726775"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255" name="Google Shape;2255;p61"/>
          <p:cNvSpPr txBox="1"/>
          <p:nvPr>
            <p:ph idx="1" type="body"/>
          </p:nvPr>
        </p:nvSpPr>
        <p:spPr>
          <a:xfrm>
            <a:off x="720000" y="1215750"/>
            <a:ext cx="7704000" cy="3257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Barlow Light"/>
              <a:buChar char="●"/>
              <a:defRPr sz="1250"/>
            </a:lvl1pPr>
            <a:lvl2pPr indent="-304800" lvl="1" marL="914400">
              <a:lnSpc>
                <a:spcPct val="100000"/>
              </a:lnSpc>
              <a:spcBef>
                <a:spcPts val="0"/>
              </a:spcBef>
              <a:spcAft>
                <a:spcPts val="0"/>
              </a:spcAft>
              <a:buSzPts val="1200"/>
              <a:buFont typeface="Barlow Light"/>
              <a:buChar char="○"/>
              <a:defRPr sz="1200"/>
            </a:lvl2pPr>
            <a:lvl3pPr indent="-304800" lvl="2" marL="1371600">
              <a:lnSpc>
                <a:spcPct val="100000"/>
              </a:lnSpc>
              <a:spcBef>
                <a:spcPts val="0"/>
              </a:spcBef>
              <a:spcAft>
                <a:spcPts val="0"/>
              </a:spcAft>
              <a:buSzPts val="1200"/>
              <a:buFont typeface="Barlow Light"/>
              <a:buChar char="■"/>
              <a:defRPr/>
            </a:lvl3pPr>
            <a:lvl4pPr indent="-304800" lvl="3" marL="1828800">
              <a:lnSpc>
                <a:spcPct val="100000"/>
              </a:lnSpc>
              <a:spcBef>
                <a:spcPts val="0"/>
              </a:spcBef>
              <a:spcAft>
                <a:spcPts val="0"/>
              </a:spcAft>
              <a:buSzPts val="1200"/>
              <a:buFont typeface="Barlow Light"/>
              <a:buChar char="●"/>
              <a:defRPr/>
            </a:lvl4pPr>
            <a:lvl5pPr indent="-304800" lvl="4" marL="2286000">
              <a:lnSpc>
                <a:spcPct val="100000"/>
              </a:lnSpc>
              <a:spcBef>
                <a:spcPts val="0"/>
              </a:spcBef>
              <a:spcAft>
                <a:spcPts val="0"/>
              </a:spcAft>
              <a:buSzPts val="1200"/>
              <a:buFont typeface="Barlow Light"/>
              <a:buChar char="○"/>
              <a:defRPr/>
            </a:lvl5pPr>
            <a:lvl6pPr indent="-304800" lvl="5" marL="2743200">
              <a:lnSpc>
                <a:spcPct val="100000"/>
              </a:lnSpc>
              <a:spcBef>
                <a:spcPts val="0"/>
              </a:spcBef>
              <a:spcAft>
                <a:spcPts val="0"/>
              </a:spcAft>
              <a:buSzPts val="1200"/>
              <a:buFont typeface="Barlow Light"/>
              <a:buChar char="■"/>
              <a:defRPr/>
            </a:lvl6pPr>
            <a:lvl7pPr indent="-304800" lvl="6" marL="3200400">
              <a:lnSpc>
                <a:spcPct val="100000"/>
              </a:lnSpc>
              <a:spcBef>
                <a:spcPts val="0"/>
              </a:spcBef>
              <a:spcAft>
                <a:spcPts val="0"/>
              </a:spcAft>
              <a:buSzPts val="1200"/>
              <a:buFont typeface="Barlow Light"/>
              <a:buChar char="●"/>
              <a:defRPr/>
            </a:lvl7pPr>
            <a:lvl8pPr indent="-304800" lvl="7" marL="3657600">
              <a:lnSpc>
                <a:spcPct val="100000"/>
              </a:lnSpc>
              <a:spcBef>
                <a:spcPts val="0"/>
              </a:spcBef>
              <a:spcAft>
                <a:spcPts val="0"/>
              </a:spcAft>
              <a:buSzPts val="1200"/>
              <a:buFont typeface="Barlow Light"/>
              <a:buChar char="○"/>
              <a:defRPr/>
            </a:lvl8pPr>
            <a:lvl9pPr indent="-304800" lvl="8" marL="4114800">
              <a:lnSpc>
                <a:spcPct val="100000"/>
              </a:lnSpc>
              <a:spcBef>
                <a:spcPts val="0"/>
              </a:spcBef>
              <a:spcAft>
                <a:spcPts val="0"/>
              </a:spcAft>
              <a:buSzPts val="1200"/>
              <a:buFont typeface="Barlow Light"/>
              <a:buChar char="■"/>
              <a:defRPr/>
            </a:lvl9pPr>
          </a:lstStyle>
          <a:p/>
        </p:txBody>
      </p:sp>
      <p:grpSp>
        <p:nvGrpSpPr>
          <p:cNvPr id="2256" name="Google Shape;2256;p61"/>
          <p:cNvGrpSpPr/>
          <p:nvPr/>
        </p:nvGrpSpPr>
        <p:grpSpPr>
          <a:xfrm>
            <a:off x="107596" y="-37390"/>
            <a:ext cx="8990470" cy="5118232"/>
            <a:chOff x="107596" y="-37390"/>
            <a:chExt cx="8990470" cy="5118232"/>
          </a:xfrm>
        </p:grpSpPr>
        <p:sp>
          <p:nvSpPr>
            <p:cNvPr id="2257" name="Google Shape;2257;p61"/>
            <p:cNvSpPr/>
            <p:nvPr/>
          </p:nvSpPr>
          <p:spPr>
            <a:xfrm rot="1771310">
              <a:off x="171050" y="19077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61"/>
            <p:cNvSpPr/>
            <p:nvPr/>
          </p:nvSpPr>
          <p:spPr>
            <a:xfrm rot="1771310">
              <a:off x="8684675" y="401993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59" name="Google Shape;2259;p61"/>
            <p:cNvPicPr preferRelativeResize="0"/>
            <p:nvPr/>
          </p:nvPicPr>
          <p:blipFill rotWithShape="1">
            <a:blip r:embed="rId2">
              <a:alphaModFix/>
            </a:blip>
            <a:srcRect b="12546" l="28959" r="12546" t="12546"/>
            <a:stretch/>
          </p:blipFill>
          <p:spPr>
            <a:xfrm rot="10800000">
              <a:off x="8198674" y="1784402"/>
              <a:ext cx="726651" cy="596548"/>
            </a:xfrm>
            <a:prstGeom prst="rect">
              <a:avLst/>
            </a:prstGeom>
            <a:noFill/>
            <a:ln>
              <a:noFill/>
            </a:ln>
          </p:spPr>
        </p:pic>
        <p:sp>
          <p:nvSpPr>
            <p:cNvPr id="2260" name="Google Shape;2260;p61"/>
            <p:cNvSpPr/>
            <p:nvPr/>
          </p:nvSpPr>
          <p:spPr>
            <a:xfrm rot="1771310">
              <a:off x="2650250" y="46675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61"/>
            <p:cNvSpPr/>
            <p:nvPr/>
          </p:nvSpPr>
          <p:spPr>
            <a:xfrm rot="1771310">
              <a:off x="5608475" y="1902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62" name="Google Shape;2262;p61"/>
            <p:cNvGrpSpPr/>
            <p:nvPr/>
          </p:nvGrpSpPr>
          <p:grpSpPr>
            <a:xfrm>
              <a:off x="340180" y="-37390"/>
              <a:ext cx="746095" cy="516368"/>
              <a:chOff x="923424" y="1580182"/>
              <a:chExt cx="1171264" cy="810752"/>
            </a:xfrm>
          </p:grpSpPr>
          <p:sp>
            <p:nvSpPr>
              <p:cNvPr id="2263" name="Google Shape;2263;p61"/>
              <p:cNvSpPr/>
              <p:nvPr/>
            </p:nvSpPr>
            <p:spPr>
              <a:xfrm>
                <a:off x="923424" y="1782870"/>
                <a:ext cx="468064" cy="405392"/>
              </a:xfrm>
              <a:custGeom>
                <a:rect b="b" l="l" r="r" t="t"/>
                <a:pathLst>
                  <a:path extrusionOk="0" fill="none" h="25337" w="29254">
                    <a:moveTo>
                      <a:pt x="21942" y="0"/>
                    </a:moveTo>
                    <a:lnTo>
                      <a:pt x="7314" y="0"/>
                    </a:lnTo>
                    <a:lnTo>
                      <a:pt x="0" y="12668"/>
                    </a:lnTo>
                    <a:lnTo>
                      <a:pt x="7314" y="25336"/>
                    </a:lnTo>
                    <a:lnTo>
                      <a:pt x="21942"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61"/>
              <p:cNvSpPr/>
              <p:nvPr/>
            </p:nvSpPr>
            <p:spPr>
              <a:xfrm>
                <a:off x="1626624" y="1782870"/>
                <a:ext cx="468064" cy="405392"/>
              </a:xfrm>
              <a:custGeom>
                <a:rect b="b" l="l" r="r" t="t"/>
                <a:pathLst>
                  <a:path extrusionOk="0" fill="none" h="25337" w="29254">
                    <a:moveTo>
                      <a:pt x="21940" y="0"/>
                    </a:moveTo>
                    <a:lnTo>
                      <a:pt x="7314" y="0"/>
                    </a:lnTo>
                    <a:lnTo>
                      <a:pt x="0" y="12668"/>
                    </a:lnTo>
                    <a:lnTo>
                      <a:pt x="7314" y="25336"/>
                    </a:lnTo>
                    <a:lnTo>
                      <a:pt x="21940"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61"/>
              <p:cNvSpPr/>
              <p:nvPr/>
            </p:nvSpPr>
            <p:spPr>
              <a:xfrm>
                <a:off x="1274896" y="1580182"/>
                <a:ext cx="468096" cy="405392"/>
              </a:xfrm>
              <a:custGeom>
                <a:rect b="b" l="l" r="r" t="t"/>
                <a:pathLst>
                  <a:path extrusionOk="0" fill="none" h="25337" w="29256">
                    <a:moveTo>
                      <a:pt x="21942" y="1"/>
                    </a:moveTo>
                    <a:lnTo>
                      <a:pt x="7314" y="1"/>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61"/>
              <p:cNvSpPr/>
              <p:nvPr/>
            </p:nvSpPr>
            <p:spPr>
              <a:xfrm>
                <a:off x="1274896" y="1985558"/>
                <a:ext cx="468096" cy="405376"/>
              </a:xfrm>
              <a:custGeom>
                <a:rect b="b" l="l" r="r" t="t"/>
                <a:pathLst>
                  <a:path extrusionOk="0" fill="none" h="25336" w="29256">
                    <a:moveTo>
                      <a:pt x="21942" y="0"/>
                    </a:moveTo>
                    <a:lnTo>
                      <a:pt x="7314" y="0"/>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67" name="Shape 2267"/>
        <p:cNvGrpSpPr/>
        <p:nvPr/>
      </p:nvGrpSpPr>
      <p:grpSpPr>
        <a:xfrm>
          <a:off x="0" y="0"/>
          <a:ext cx="0" cy="0"/>
          <a:chOff x="0" y="0"/>
          <a:chExt cx="0" cy="0"/>
        </a:xfrm>
      </p:grpSpPr>
      <p:grpSp>
        <p:nvGrpSpPr>
          <p:cNvPr id="2268" name="Google Shape;2268;p62"/>
          <p:cNvGrpSpPr/>
          <p:nvPr/>
        </p:nvGrpSpPr>
        <p:grpSpPr>
          <a:xfrm>
            <a:off x="-6475" y="2927242"/>
            <a:ext cx="9250200" cy="2229968"/>
            <a:chOff x="-6475" y="2927242"/>
            <a:chExt cx="9250200" cy="2229968"/>
          </a:xfrm>
        </p:grpSpPr>
        <p:grpSp>
          <p:nvGrpSpPr>
            <p:cNvPr id="2269" name="Google Shape;2269;p62"/>
            <p:cNvGrpSpPr/>
            <p:nvPr/>
          </p:nvGrpSpPr>
          <p:grpSpPr>
            <a:xfrm flipH="1">
              <a:off x="5831182" y="2927242"/>
              <a:ext cx="3303413" cy="1672498"/>
              <a:chOff x="-6475" y="2302000"/>
              <a:chExt cx="3303413" cy="1866002"/>
            </a:xfrm>
          </p:grpSpPr>
          <p:sp>
            <p:nvSpPr>
              <p:cNvPr id="2270" name="Google Shape;2270;p62"/>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62"/>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62"/>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62"/>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62"/>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62"/>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62"/>
              <p:cNvSpPr/>
              <p:nvPr/>
            </p:nvSpPr>
            <p:spPr>
              <a:xfrm>
                <a:off x="2568895" y="3278202"/>
                <a:ext cx="298800" cy="889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62"/>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8" name="Google Shape;2278;p62"/>
            <p:cNvGrpSpPr/>
            <p:nvPr/>
          </p:nvGrpSpPr>
          <p:grpSpPr>
            <a:xfrm>
              <a:off x="-6475" y="2927242"/>
              <a:ext cx="3303413" cy="1672498"/>
              <a:chOff x="-6475" y="2302000"/>
              <a:chExt cx="3303413" cy="1866002"/>
            </a:xfrm>
          </p:grpSpPr>
          <p:sp>
            <p:nvSpPr>
              <p:cNvPr id="2279" name="Google Shape;2279;p62"/>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62"/>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62"/>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62"/>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62"/>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62"/>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62"/>
              <p:cNvSpPr/>
              <p:nvPr/>
            </p:nvSpPr>
            <p:spPr>
              <a:xfrm>
                <a:off x="2568900" y="3278202"/>
                <a:ext cx="298800" cy="889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62"/>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7" name="Google Shape;2287;p62"/>
            <p:cNvGrpSpPr/>
            <p:nvPr/>
          </p:nvGrpSpPr>
          <p:grpSpPr>
            <a:xfrm>
              <a:off x="-6475" y="4609669"/>
              <a:ext cx="9250200" cy="547540"/>
              <a:chOff x="-6475" y="4167900"/>
              <a:chExt cx="9250200" cy="988875"/>
            </a:xfrm>
          </p:grpSpPr>
          <p:cxnSp>
            <p:nvCxnSpPr>
              <p:cNvPr id="2288" name="Google Shape;2288;p62"/>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289" name="Google Shape;2289;p62"/>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290" name="Google Shape;2290;p62"/>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291" name="Google Shape;2291;p62"/>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292" name="Google Shape;2292;p62"/>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293" name="Google Shape;2293;p62"/>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294" name="Google Shape;2294;p62"/>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295" name="Google Shape;2295;p62"/>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296" name="Google Shape;2296;p62"/>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297" name="Google Shape;2297;p62"/>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298" name="Google Shape;2298;p62"/>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299" name="Google Shape;2299;p62"/>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300" name="Google Shape;2300;p6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01" name="Google Shape;2301;p62"/>
          <p:cNvSpPr txBox="1"/>
          <p:nvPr>
            <p:ph idx="1" type="subTitle"/>
          </p:nvPr>
        </p:nvSpPr>
        <p:spPr>
          <a:xfrm>
            <a:off x="5067663" y="3843786"/>
            <a:ext cx="22089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302" name="Google Shape;2302;p62"/>
          <p:cNvSpPr txBox="1"/>
          <p:nvPr>
            <p:ph idx="2" type="subTitle"/>
          </p:nvPr>
        </p:nvSpPr>
        <p:spPr>
          <a:xfrm>
            <a:off x="1867426" y="3843786"/>
            <a:ext cx="22089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303" name="Google Shape;2303;p62"/>
          <p:cNvSpPr txBox="1"/>
          <p:nvPr>
            <p:ph idx="3" type="subTitle"/>
          </p:nvPr>
        </p:nvSpPr>
        <p:spPr>
          <a:xfrm>
            <a:off x="5067663" y="3385125"/>
            <a:ext cx="2208900" cy="572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700">
                <a:solidFill>
                  <a:schemeClr val="dk1"/>
                </a:solidFill>
                <a:latin typeface="Secular One"/>
                <a:ea typeface="Secular One"/>
                <a:cs typeface="Secular One"/>
                <a:sym typeface="Secular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04" name="Google Shape;2304;p62"/>
          <p:cNvSpPr txBox="1"/>
          <p:nvPr>
            <p:ph idx="4" type="subTitle"/>
          </p:nvPr>
        </p:nvSpPr>
        <p:spPr>
          <a:xfrm>
            <a:off x="1867426" y="3385125"/>
            <a:ext cx="2208900" cy="572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700">
                <a:solidFill>
                  <a:schemeClr val="dk1"/>
                </a:solidFill>
                <a:latin typeface="Secular One"/>
                <a:ea typeface="Secular One"/>
                <a:cs typeface="Secular One"/>
                <a:sym typeface="Secular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305" name="Google Shape;2305;p62"/>
          <p:cNvGrpSpPr/>
          <p:nvPr/>
        </p:nvGrpSpPr>
        <p:grpSpPr>
          <a:xfrm>
            <a:off x="910021" y="62647"/>
            <a:ext cx="7759170" cy="4779770"/>
            <a:chOff x="910021" y="62647"/>
            <a:chExt cx="7759170" cy="4779770"/>
          </a:xfrm>
        </p:grpSpPr>
        <p:sp>
          <p:nvSpPr>
            <p:cNvPr id="2306" name="Google Shape;2306;p62"/>
            <p:cNvSpPr/>
            <p:nvPr/>
          </p:nvSpPr>
          <p:spPr>
            <a:xfrm rot="1771310">
              <a:off x="8255800" y="42713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62"/>
            <p:cNvSpPr/>
            <p:nvPr/>
          </p:nvSpPr>
          <p:spPr>
            <a:xfrm rot="1771310">
              <a:off x="1930850" y="1261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62"/>
            <p:cNvSpPr/>
            <p:nvPr/>
          </p:nvSpPr>
          <p:spPr>
            <a:xfrm rot="1771310">
              <a:off x="973475" y="44290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09" name="Shape 2309"/>
        <p:cNvGrpSpPr/>
        <p:nvPr/>
      </p:nvGrpSpPr>
      <p:grpSpPr>
        <a:xfrm>
          <a:off x="0" y="0"/>
          <a:ext cx="0" cy="0"/>
          <a:chOff x="0" y="0"/>
          <a:chExt cx="0" cy="0"/>
        </a:xfrm>
      </p:grpSpPr>
      <p:grpSp>
        <p:nvGrpSpPr>
          <p:cNvPr id="2310" name="Google Shape;2310;p63"/>
          <p:cNvGrpSpPr/>
          <p:nvPr/>
        </p:nvGrpSpPr>
        <p:grpSpPr>
          <a:xfrm>
            <a:off x="-6475" y="2927242"/>
            <a:ext cx="9250200" cy="2229968"/>
            <a:chOff x="-6475" y="2927242"/>
            <a:chExt cx="9250200" cy="2229968"/>
          </a:xfrm>
        </p:grpSpPr>
        <p:grpSp>
          <p:nvGrpSpPr>
            <p:cNvPr id="2311" name="Google Shape;2311;p63"/>
            <p:cNvGrpSpPr/>
            <p:nvPr/>
          </p:nvGrpSpPr>
          <p:grpSpPr>
            <a:xfrm flipH="1">
              <a:off x="5831182" y="2927242"/>
              <a:ext cx="3303413" cy="1672406"/>
              <a:chOff x="-6475" y="2302000"/>
              <a:chExt cx="3303413" cy="1865900"/>
            </a:xfrm>
          </p:grpSpPr>
          <p:sp>
            <p:nvSpPr>
              <p:cNvPr id="2312" name="Google Shape;2312;p63"/>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63"/>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63"/>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63"/>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63"/>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63"/>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63"/>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63"/>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0" name="Google Shape;2320;p63"/>
            <p:cNvGrpSpPr/>
            <p:nvPr/>
          </p:nvGrpSpPr>
          <p:grpSpPr>
            <a:xfrm>
              <a:off x="-6475" y="2927242"/>
              <a:ext cx="3303413" cy="1672406"/>
              <a:chOff x="-6475" y="2302000"/>
              <a:chExt cx="3303413" cy="1865900"/>
            </a:xfrm>
          </p:grpSpPr>
          <p:sp>
            <p:nvSpPr>
              <p:cNvPr id="2321" name="Google Shape;2321;p63"/>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63"/>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63"/>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63"/>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63"/>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63"/>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63"/>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63"/>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9" name="Google Shape;2329;p63"/>
            <p:cNvGrpSpPr/>
            <p:nvPr/>
          </p:nvGrpSpPr>
          <p:grpSpPr>
            <a:xfrm>
              <a:off x="-6475" y="4609669"/>
              <a:ext cx="9250200" cy="547540"/>
              <a:chOff x="-6475" y="4167900"/>
              <a:chExt cx="9250200" cy="988875"/>
            </a:xfrm>
          </p:grpSpPr>
          <p:cxnSp>
            <p:nvCxnSpPr>
              <p:cNvPr id="2330" name="Google Shape;2330;p63"/>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331" name="Google Shape;2331;p63"/>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332" name="Google Shape;2332;p63"/>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333" name="Google Shape;2333;p63"/>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334" name="Google Shape;2334;p63"/>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335" name="Google Shape;2335;p63"/>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336" name="Google Shape;2336;p63"/>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337" name="Google Shape;2337;p63"/>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338" name="Google Shape;2338;p63"/>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339" name="Google Shape;2339;p63"/>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340" name="Google Shape;2340;p63"/>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341" name="Google Shape;2341;p63"/>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342" name="Google Shape;2342;p6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343" name="Google Shape;2343;p63"/>
          <p:cNvGrpSpPr/>
          <p:nvPr/>
        </p:nvGrpSpPr>
        <p:grpSpPr>
          <a:xfrm>
            <a:off x="-213729" y="-163478"/>
            <a:ext cx="9457454" cy="4033703"/>
            <a:chOff x="-213729" y="-163478"/>
            <a:chExt cx="9457454" cy="4033703"/>
          </a:xfrm>
        </p:grpSpPr>
        <p:sp>
          <p:nvSpPr>
            <p:cNvPr id="2344" name="Google Shape;2344;p63"/>
            <p:cNvSpPr/>
            <p:nvPr/>
          </p:nvSpPr>
          <p:spPr>
            <a:xfrm rot="1771310">
              <a:off x="7280225" y="-99962"/>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63"/>
            <p:cNvSpPr/>
            <p:nvPr/>
          </p:nvSpPr>
          <p:spPr>
            <a:xfrm rot="1771310">
              <a:off x="-150275" y="25950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46" name="Google Shape;2346;p63"/>
            <p:cNvPicPr preferRelativeResize="0"/>
            <p:nvPr/>
          </p:nvPicPr>
          <p:blipFill rotWithShape="1">
            <a:blip r:embed="rId2">
              <a:alphaModFix/>
            </a:blip>
            <a:srcRect b="12546" l="28959" r="12546" t="12546"/>
            <a:stretch/>
          </p:blipFill>
          <p:spPr>
            <a:xfrm rot="10800000">
              <a:off x="8517074" y="3273677"/>
              <a:ext cx="726651" cy="596548"/>
            </a:xfrm>
            <a:prstGeom prst="rect">
              <a:avLst/>
            </a:prstGeom>
            <a:noFill/>
            <a:ln>
              <a:noFill/>
            </a:ln>
          </p:spPr>
        </p:pic>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347" name="Shape 2347"/>
        <p:cNvGrpSpPr/>
        <p:nvPr/>
      </p:nvGrpSpPr>
      <p:grpSpPr>
        <a:xfrm>
          <a:off x="0" y="0"/>
          <a:ext cx="0" cy="0"/>
          <a:chOff x="0" y="0"/>
          <a:chExt cx="0" cy="0"/>
        </a:xfrm>
      </p:grpSpPr>
      <p:grpSp>
        <p:nvGrpSpPr>
          <p:cNvPr id="2348" name="Google Shape;2348;p64"/>
          <p:cNvGrpSpPr/>
          <p:nvPr/>
        </p:nvGrpSpPr>
        <p:grpSpPr>
          <a:xfrm>
            <a:off x="-6475" y="2927242"/>
            <a:ext cx="9250200" cy="2229968"/>
            <a:chOff x="-6475" y="2927242"/>
            <a:chExt cx="9250200" cy="2229968"/>
          </a:xfrm>
        </p:grpSpPr>
        <p:grpSp>
          <p:nvGrpSpPr>
            <p:cNvPr id="2349" name="Google Shape;2349;p64"/>
            <p:cNvGrpSpPr/>
            <p:nvPr/>
          </p:nvGrpSpPr>
          <p:grpSpPr>
            <a:xfrm flipH="1">
              <a:off x="5831182" y="2927242"/>
              <a:ext cx="3303413" cy="1672406"/>
              <a:chOff x="-6475" y="2302000"/>
              <a:chExt cx="3303413" cy="1865900"/>
            </a:xfrm>
          </p:grpSpPr>
          <p:sp>
            <p:nvSpPr>
              <p:cNvPr id="2350" name="Google Shape;2350;p64"/>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64"/>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64"/>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64"/>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64"/>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64"/>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64"/>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64"/>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58" name="Google Shape;2358;p64"/>
            <p:cNvGrpSpPr/>
            <p:nvPr/>
          </p:nvGrpSpPr>
          <p:grpSpPr>
            <a:xfrm>
              <a:off x="-6475" y="2927242"/>
              <a:ext cx="3303413" cy="1672406"/>
              <a:chOff x="-6475" y="2302000"/>
              <a:chExt cx="3303413" cy="1865900"/>
            </a:xfrm>
          </p:grpSpPr>
          <p:sp>
            <p:nvSpPr>
              <p:cNvPr id="2359" name="Google Shape;2359;p64"/>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64"/>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64"/>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64"/>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64"/>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64"/>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64"/>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64"/>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67" name="Google Shape;2367;p64"/>
            <p:cNvGrpSpPr/>
            <p:nvPr/>
          </p:nvGrpSpPr>
          <p:grpSpPr>
            <a:xfrm>
              <a:off x="-6475" y="4609669"/>
              <a:ext cx="9250200" cy="547540"/>
              <a:chOff x="-6475" y="4167900"/>
              <a:chExt cx="9250200" cy="988875"/>
            </a:xfrm>
          </p:grpSpPr>
          <p:cxnSp>
            <p:nvCxnSpPr>
              <p:cNvPr id="2368" name="Google Shape;2368;p64"/>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369" name="Google Shape;2369;p64"/>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370" name="Google Shape;2370;p64"/>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371" name="Google Shape;2371;p64"/>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372" name="Google Shape;2372;p64"/>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373" name="Google Shape;2373;p64"/>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374" name="Google Shape;2374;p64"/>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375" name="Google Shape;2375;p64"/>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376" name="Google Shape;2376;p64"/>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377" name="Google Shape;2377;p64"/>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378" name="Google Shape;2378;p64"/>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379" name="Google Shape;2379;p64"/>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380" name="Google Shape;2380;p64"/>
          <p:cNvSpPr txBox="1"/>
          <p:nvPr>
            <p:ph type="title"/>
          </p:nvPr>
        </p:nvSpPr>
        <p:spPr>
          <a:xfrm>
            <a:off x="723325" y="539500"/>
            <a:ext cx="4602600" cy="11994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81" name="Google Shape;2381;p64"/>
          <p:cNvSpPr txBox="1"/>
          <p:nvPr>
            <p:ph idx="1" type="subTitle"/>
          </p:nvPr>
        </p:nvSpPr>
        <p:spPr>
          <a:xfrm>
            <a:off x="720000" y="1738900"/>
            <a:ext cx="4602600" cy="1984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Font typeface="Barlow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grpSp>
        <p:nvGrpSpPr>
          <p:cNvPr id="2382" name="Google Shape;2382;p64"/>
          <p:cNvGrpSpPr/>
          <p:nvPr/>
        </p:nvGrpSpPr>
        <p:grpSpPr>
          <a:xfrm>
            <a:off x="2367796" y="-196653"/>
            <a:ext cx="7063013" cy="4638545"/>
            <a:chOff x="2367796" y="-196653"/>
            <a:chExt cx="7063013" cy="4638545"/>
          </a:xfrm>
        </p:grpSpPr>
        <p:sp>
          <p:nvSpPr>
            <p:cNvPr id="2383" name="Google Shape;2383;p64"/>
            <p:cNvSpPr/>
            <p:nvPr/>
          </p:nvSpPr>
          <p:spPr>
            <a:xfrm rot="1771310">
              <a:off x="2431250" y="-1331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64"/>
            <p:cNvSpPr/>
            <p:nvPr/>
          </p:nvSpPr>
          <p:spPr>
            <a:xfrm rot="1771310">
              <a:off x="8643475" y="40285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5" name="Google Shape;2385;p64"/>
            <p:cNvPicPr preferRelativeResize="0"/>
            <p:nvPr/>
          </p:nvPicPr>
          <p:blipFill rotWithShape="1">
            <a:blip r:embed="rId2">
              <a:alphaModFix/>
            </a:blip>
            <a:srcRect b="12546" l="28959" r="12546" t="12546"/>
            <a:stretch/>
          </p:blipFill>
          <p:spPr>
            <a:xfrm rot="-2524089">
              <a:off x="8597923" y="931801"/>
              <a:ext cx="726650" cy="596548"/>
            </a:xfrm>
            <a:prstGeom prst="rect">
              <a:avLst/>
            </a:prstGeom>
            <a:noFill/>
            <a:ln>
              <a:noFill/>
            </a:ln>
          </p:spPr>
        </p:pic>
      </p:grpSp>
      <p:sp>
        <p:nvSpPr>
          <p:cNvPr id="2386" name="Google Shape;2386;p64"/>
          <p:cNvSpPr/>
          <p:nvPr/>
        </p:nvSpPr>
        <p:spPr>
          <a:xfrm rot="1771233">
            <a:off x="5380874" y="1566740"/>
            <a:ext cx="3479443" cy="3478241"/>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387" name="Shape 2387"/>
        <p:cNvGrpSpPr/>
        <p:nvPr/>
      </p:nvGrpSpPr>
      <p:grpSpPr>
        <a:xfrm>
          <a:off x="0" y="0"/>
          <a:ext cx="0" cy="0"/>
          <a:chOff x="0" y="0"/>
          <a:chExt cx="0" cy="0"/>
        </a:xfrm>
      </p:grpSpPr>
      <p:grpSp>
        <p:nvGrpSpPr>
          <p:cNvPr id="2388" name="Google Shape;2388;p65"/>
          <p:cNvGrpSpPr/>
          <p:nvPr/>
        </p:nvGrpSpPr>
        <p:grpSpPr>
          <a:xfrm>
            <a:off x="-6475" y="2927242"/>
            <a:ext cx="9250200" cy="2229968"/>
            <a:chOff x="-6475" y="2927242"/>
            <a:chExt cx="9250200" cy="2229968"/>
          </a:xfrm>
        </p:grpSpPr>
        <p:grpSp>
          <p:nvGrpSpPr>
            <p:cNvPr id="2389" name="Google Shape;2389;p65"/>
            <p:cNvGrpSpPr/>
            <p:nvPr/>
          </p:nvGrpSpPr>
          <p:grpSpPr>
            <a:xfrm flipH="1">
              <a:off x="5831182" y="2927242"/>
              <a:ext cx="3303413" cy="1672406"/>
              <a:chOff x="-6475" y="2302000"/>
              <a:chExt cx="3303413" cy="1865900"/>
            </a:xfrm>
          </p:grpSpPr>
          <p:sp>
            <p:nvSpPr>
              <p:cNvPr id="2390" name="Google Shape;2390;p65"/>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65"/>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65"/>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65"/>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65"/>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65"/>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65"/>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65"/>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8" name="Google Shape;2398;p65"/>
            <p:cNvGrpSpPr/>
            <p:nvPr/>
          </p:nvGrpSpPr>
          <p:grpSpPr>
            <a:xfrm>
              <a:off x="-6475" y="2927242"/>
              <a:ext cx="3303413" cy="1672406"/>
              <a:chOff x="-6475" y="2302000"/>
              <a:chExt cx="3303413" cy="1865900"/>
            </a:xfrm>
          </p:grpSpPr>
          <p:sp>
            <p:nvSpPr>
              <p:cNvPr id="2399" name="Google Shape;2399;p65"/>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65"/>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65"/>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65"/>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65"/>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65"/>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65"/>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65"/>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07" name="Google Shape;2407;p65"/>
            <p:cNvGrpSpPr/>
            <p:nvPr/>
          </p:nvGrpSpPr>
          <p:grpSpPr>
            <a:xfrm>
              <a:off x="-6475" y="4609669"/>
              <a:ext cx="9250200" cy="547540"/>
              <a:chOff x="-6475" y="4167900"/>
              <a:chExt cx="9250200" cy="988875"/>
            </a:xfrm>
          </p:grpSpPr>
          <p:cxnSp>
            <p:nvCxnSpPr>
              <p:cNvPr id="2408" name="Google Shape;2408;p65"/>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409" name="Google Shape;2409;p65"/>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410" name="Google Shape;2410;p65"/>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411" name="Google Shape;2411;p65"/>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412" name="Google Shape;2412;p65"/>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413" name="Google Shape;2413;p65"/>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414" name="Google Shape;2414;p65"/>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415" name="Google Shape;2415;p65"/>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416" name="Google Shape;2416;p65"/>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417" name="Google Shape;2417;p65"/>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418" name="Google Shape;2418;p65"/>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419" name="Google Shape;2419;p65"/>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420" name="Google Shape;2420;p65"/>
          <p:cNvSpPr txBox="1"/>
          <p:nvPr>
            <p:ph type="title"/>
          </p:nvPr>
        </p:nvSpPr>
        <p:spPr>
          <a:xfrm>
            <a:off x="719988" y="754313"/>
            <a:ext cx="5797500" cy="22875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4800"/>
              <a:buNone/>
              <a:defRPr sz="9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2421" name="Google Shape;2421;p65"/>
          <p:cNvGrpSpPr/>
          <p:nvPr/>
        </p:nvGrpSpPr>
        <p:grpSpPr>
          <a:xfrm>
            <a:off x="66224" y="-220453"/>
            <a:ext cx="6082317" cy="5062870"/>
            <a:chOff x="66224" y="-220453"/>
            <a:chExt cx="6082317" cy="5062870"/>
          </a:xfrm>
        </p:grpSpPr>
        <p:sp>
          <p:nvSpPr>
            <p:cNvPr id="2422" name="Google Shape;2422;p65"/>
            <p:cNvSpPr/>
            <p:nvPr/>
          </p:nvSpPr>
          <p:spPr>
            <a:xfrm rot="1771310">
              <a:off x="5735150" y="-1569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65"/>
            <p:cNvSpPr/>
            <p:nvPr/>
          </p:nvSpPr>
          <p:spPr>
            <a:xfrm rot="1771310">
              <a:off x="4397025" y="44290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65"/>
            <p:cNvSpPr/>
            <p:nvPr/>
          </p:nvSpPr>
          <p:spPr>
            <a:xfrm rot="1771310">
              <a:off x="306600" y="2649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25" name="Google Shape;2425;p65"/>
            <p:cNvPicPr preferRelativeResize="0"/>
            <p:nvPr/>
          </p:nvPicPr>
          <p:blipFill rotWithShape="1">
            <a:blip r:embed="rId2">
              <a:alphaModFix/>
            </a:blip>
            <a:srcRect b="12546" l="28959" r="12546" t="12546"/>
            <a:stretch/>
          </p:blipFill>
          <p:spPr>
            <a:xfrm rot="10800000">
              <a:off x="66224" y="2764527"/>
              <a:ext cx="726651" cy="596548"/>
            </a:xfrm>
            <a:prstGeom prst="rect">
              <a:avLst/>
            </a:prstGeom>
            <a:noFill/>
            <a:ln>
              <a:noFill/>
            </a:ln>
          </p:spPr>
        </p:pic>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426" name="Shape 2426"/>
        <p:cNvGrpSpPr/>
        <p:nvPr/>
      </p:nvGrpSpPr>
      <p:grpSpPr>
        <a:xfrm>
          <a:off x="0" y="0"/>
          <a:ext cx="0" cy="0"/>
          <a:chOff x="0" y="0"/>
          <a:chExt cx="0" cy="0"/>
        </a:xfrm>
      </p:grpSpPr>
      <p:grpSp>
        <p:nvGrpSpPr>
          <p:cNvPr id="2427" name="Google Shape;2427;p66"/>
          <p:cNvGrpSpPr/>
          <p:nvPr/>
        </p:nvGrpSpPr>
        <p:grpSpPr>
          <a:xfrm>
            <a:off x="-6475" y="2927242"/>
            <a:ext cx="9250200" cy="2229968"/>
            <a:chOff x="-6475" y="2927242"/>
            <a:chExt cx="9250200" cy="2229968"/>
          </a:xfrm>
        </p:grpSpPr>
        <p:grpSp>
          <p:nvGrpSpPr>
            <p:cNvPr id="2428" name="Google Shape;2428;p66"/>
            <p:cNvGrpSpPr/>
            <p:nvPr/>
          </p:nvGrpSpPr>
          <p:grpSpPr>
            <a:xfrm flipH="1">
              <a:off x="5831182" y="2927242"/>
              <a:ext cx="3303413" cy="1672406"/>
              <a:chOff x="-6475" y="2302000"/>
              <a:chExt cx="3303413" cy="1865900"/>
            </a:xfrm>
          </p:grpSpPr>
          <p:sp>
            <p:nvSpPr>
              <p:cNvPr id="2429" name="Google Shape;2429;p66"/>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66"/>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66"/>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66"/>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66"/>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66"/>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66"/>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66"/>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7" name="Google Shape;2437;p66"/>
            <p:cNvGrpSpPr/>
            <p:nvPr/>
          </p:nvGrpSpPr>
          <p:grpSpPr>
            <a:xfrm>
              <a:off x="-6475" y="2927242"/>
              <a:ext cx="3303413" cy="1672406"/>
              <a:chOff x="-6475" y="2302000"/>
              <a:chExt cx="3303413" cy="1865900"/>
            </a:xfrm>
          </p:grpSpPr>
          <p:sp>
            <p:nvSpPr>
              <p:cNvPr id="2438" name="Google Shape;2438;p66"/>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66"/>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66"/>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66"/>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66"/>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66"/>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66"/>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66"/>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6" name="Google Shape;2446;p66"/>
            <p:cNvGrpSpPr/>
            <p:nvPr/>
          </p:nvGrpSpPr>
          <p:grpSpPr>
            <a:xfrm>
              <a:off x="-6475" y="4609669"/>
              <a:ext cx="9250200" cy="547540"/>
              <a:chOff x="-6475" y="4167900"/>
              <a:chExt cx="9250200" cy="988875"/>
            </a:xfrm>
          </p:grpSpPr>
          <p:cxnSp>
            <p:nvCxnSpPr>
              <p:cNvPr id="2447" name="Google Shape;2447;p66"/>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448" name="Google Shape;2448;p66"/>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449" name="Google Shape;2449;p66"/>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450" name="Google Shape;2450;p66"/>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451" name="Google Shape;2451;p66"/>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452" name="Google Shape;2452;p66"/>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453" name="Google Shape;2453;p66"/>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454" name="Google Shape;2454;p66"/>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455" name="Google Shape;2455;p66"/>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456" name="Google Shape;2456;p66"/>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457" name="Google Shape;2457;p66"/>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458" name="Google Shape;2458;p66"/>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459" name="Google Shape;2459;p66"/>
          <p:cNvSpPr txBox="1"/>
          <p:nvPr>
            <p:ph type="title"/>
          </p:nvPr>
        </p:nvSpPr>
        <p:spPr>
          <a:xfrm>
            <a:off x="713225" y="1472700"/>
            <a:ext cx="4458900" cy="1356000"/>
          </a:xfrm>
          <a:prstGeom prst="rect">
            <a:avLst/>
          </a:prstGeom>
        </p:spPr>
        <p:txBody>
          <a:bodyPr anchorCtr="0" anchor="ctr" bIns="91425" lIns="91425" spcFirstLastPara="1" rIns="91425" wrap="square" tIns="91425">
            <a:noAutofit/>
          </a:bodyPr>
          <a:lstStyle>
            <a:lvl1pPr lvl="0">
              <a:spcBef>
                <a:spcPts val="0"/>
              </a:spcBef>
              <a:spcAft>
                <a:spcPts val="0"/>
              </a:spcAft>
              <a:buSzPts val="3500"/>
              <a:buNone/>
              <a:defRPr sz="98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2460" name="Google Shape;2460;p66"/>
          <p:cNvSpPr txBox="1"/>
          <p:nvPr>
            <p:ph idx="1" type="subTitle"/>
          </p:nvPr>
        </p:nvSpPr>
        <p:spPr>
          <a:xfrm>
            <a:off x="886509" y="2980525"/>
            <a:ext cx="4285500" cy="589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600">
                <a:solidFill>
                  <a:schemeClr val="lt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461" name="Google Shape;2461;p66"/>
          <p:cNvGrpSpPr/>
          <p:nvPr/>
        </p:nvGrpSpPr>
        <p:grpSpPr>
          <a:xfrm>
            <a:off x="1080609" y="-196653"/>
            <a:ext cx="7952267" cy="5135645"/>
            <a:chOff x="1080609" y="-196653"/>
            <a:chExt cx="7952267" cy="5135645"/>
          </a:xfrm>
        </p:grpSpPr>
        <p:sp>
          <p:nvSpPr>
            <p:cNvPr id="2462" name="Google Shape;2462;p66"/>
            <p:cNvSpPr/>
            <p:nvPr/>
          </p:nvSpPr>
          <p:spPr>
            <a:xfrm rot="1771310">
              <a:off x="8255800" y="-55562"/>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66"/>
            <p:cNvSpPr/>
            <p:nvPr/>
          </p:nvSpPr>
          <p:spPr>
            <a:xfrm rot="1771310">
              <a:off x="2431250" y="-1331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66"/>
            <p:cNvSpPr/>
            <p:nvPr/>
          </p:nvSpPr>
          <p:spPr>
            <a:xfrm rot="1771310">
              <a:off x="1144063" y="45256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65" name="Google Shape;2465;p66"/>
            <p:cNvPicPr preferRelativeResize="0"/>
            <p:nvPr/>
          </p:nvPicPr>
          <p:blipFill rotWithShape="1">
            <a:blip r:embed="rId2">
              <a:alphaModFix/>
            </a:blip>
            <a:srcRect b="12546" l="28959" r="12546" t="12546"/>
            <a:stretch/>
          </p:blipFill>
          <p:spPr>
            <a:xfrm rot="10800000">
              <a:off x="8306224" y="1180952"/>
              <a:ext cx="726651" cy="596548"/>
            </a:xfrm>
            <a:prstGeom prst="rect">
              <a:avLst/>
            </a:prstGeom>
            <a:noFill/>
            <a:ln>
              <a:noFill/>
            </a:ln>
          </p:spPr>
        </p:pic>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466" name="Shape 2466"/>
        <p:cNvGrpSpPr/>
        <p:nvPr/>
      </p:nvGrpSpPr>
      <p:grpSpPr>
        <a:xfrm>
          <a:off x="0" y="0"/>
          <a:ext cx="0" cy="0"/>
          <a:chOff x="0" y="0"/>
          <a:chExt cx="0" cy="0"/>
        </a:xfrm>
      </p:grpSpPr>
      <p:sp>
        <p:nvSpPr>
          <p:cNvPr id="2467" name="Google Shape;2467;p67"/>
          <p:cNvSpPr txBox="1"/>
          <p:nvPr>
            <p:ph type="title"/>
          </p:nvPr>
        </p:nvSpPr>
        <p:spPr>
          <a:xfrm>
            <a:off x="713225" y="539500"/>
            <a:ext cx="5838000" cy="1179300"/>
          </a:xfrm>
          <a:prstGeom prst="rect">
            <a:avLst/>
          </a:prstGeom>
          <a:noFill/>
        </p:spPr>
        <p:txBody>
          <a:bodyPr anchorCtr="0" anchor="t" bIns="91425" lIns="91425" spcFirstLastPara="1" rIns="91425" wrap="square" tIns="91425">
            <a:noAutofit/>
          </a:bodyPr>
          <a:lstStyle>
            <a:lvl1pPr lvl="0">
              <a:spcBef>
                <a:spcPts val="0"/>
              </a:spcBef>
              <a:spcAft>
                <a:spcPts val="0"/>
              </a:spcAft>
              <a:buSzPts val="3500"/>
              <a:buNone/>
              <a:defRPr/>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grpSp>
        <p:nvGrpSpPr>
          <p:cNvPr id="2468" name="Google Shape;2468;p67"/>
          <p:cNvGrpSpPr/>
          <p:nvPr/>
        </p:nvGrpSpPr>
        <p:grpSpPr>
          <a:xfrm>
            <a:off x="73471" y="-235628"/>
            <a:ext cx="8720629" cy="5379120"/>
            <a:chOff x="73471" y="-235628"/>
            <a:chExt cx="8720629" cy="5379120"/>
          </a:xfrm>
        </p:grpSpPr>
        <p:sp>
          <p:nvSpPr>
            <p:cNvPr id="2469" name="Google Shape;2469;p67"/>
            <p:cNvSpPr/>
            <p:nvPr/>
          </p:nvSpPr>
          <p:spPr>
            <a:xfrm rot="1771310">
              <a:off x="136925" y="2276476"/>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67"/>
            <p:cNvSpPr/>
            <p:nvPr/>
          </p:nvSpPr>
          <p:spPr>
            <a:xfrm rot="1771310">
              <a:off x="5907475" y="-172112"/>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67"/>
            <p:cNvSpPr/>
            <p:nvPr/>
          </p:nvSpPr>
          <p:spPr>
            <a:xfrm rot="1771310">
              <a:off x="3415400" y="47301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72" name="Google Shape;2472;p67"/>
            <p:cNvPicPr preferRelativeResize="0"/>
            <p:nvPr/>
          </p:nvPicPr>
          <p:blipFill rotWithShape="1">
            <a:blip r:embed="rId2">
              <a:alphaModFix/>
            </a:blip>
            <a:srcRect b="12546" l="28959" r="12546" t="12546"/>
            <a:stretch/>
          </p:blipFill>
          <p:spPr>
            <a:xfrm rot="10800000">
              <a:off x="8067449" y="241227"/>
              <a:ext cx="726651" cy="596548"/>
            </a:xfrm>
            <a:prstGeom prst="rect">
              <a:avLst/>
            </a:prstGeom>
            <a:noFill/>
            <a:ln>
              <a:noFill/>
            </a:ln>
          </p:spPr>
        </p:pic>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473" name="Shape 2473"/>
        <p:cNvGrpSpPr/>
        <p:nvPr/>
      </p:nvGrpSpPr>
      <p:grpSpPr>
        <a:xfrm>
          <a:off x="0" y="0"/>
          <a:ext cx="0" cy="0"/>
          <a:chOff x="0" y="0"/>
          <a:chExt cx="0" cy="0"/>
        </a:xfrm>
      </p:grpSpPr>
      <p:grpSp>
        <p:nvGrpSpPr>
          <p:cNvPr id="2474" name="Google Shape;2474;p68"/>
          <p:cNvGrpSpPr/>
          <p:nvPr/>
        </p:nvGrpSpPr>
        <p:grpSpPr>
          <a:xfrm>
            <a:off x="-6475" y="2927242"/>
            <a:ext cx="9250200" cy="2229968"/>
            <a:chOff x="-6475" y="2927242"/>
            <a:chExt cx="9250200" cy="2229968"/>
          </a:xfrm>
        </p:grpSpPr>
        <p:grpSp>
          <p:nvGrpSpPr>
            <p:cNvPr id="2475" name="Google Shape;2475;p68"/>
            <p:cNvGrpSpPr/>
            <p:nvPr/>
          </p:nvGrpSpPr>
          <p:grpSpPr>
            <a:xfrm flipH="1">
              <a:off x="5831182" y="2927242"/>
              <a:ext cx="3303413" cy="1672406"/>
              <a:chOff x="-6475" y="2302000"/>
              <a:chExt cx="3303413" cy="1865900"/>
            </a:xfrm>
          </p:grpSpPr>
          <p:sp>
            <p:nvSpPr>
              <p:cNvPr id="2476" name="Google Shape;2476;p68"/>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68"/>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68"/>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68"/>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68"/>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68"/>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68"/>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68"/>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84" name="Google Shape;2484;p68"/>
            <p:cNvGrpSpPr/>
            <p:nvPr/>
          </p:nvGrpSpPr>
          <p:grpSpPr>
            <a:xfrm>
              <a:off x="-6475" y="2927242"/>
              <a:ext cx="3303413" cy="1672406"/>
              <a:chOff x="-6475" y="2302000"/>
              <a:chExt cx="3303413" cy="1865900"/>
            </a:xfrm>
          </p:grpSpPr>
          <p:sp>
            <p:nvSpPr>
              <p:cNvPr id="2485" name="Google Shape;2485;p68"/>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68"/>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68"/>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68"/>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68"/>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68"/>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68"/>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68"/>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3" name="Google Shape;2493;p68"/>
            <p:cNvGrpSpPr/>
            <p:nvPr/>
          </p:nvGrpSpPr>
          <p:grpSpPr>
            <a:xfrm>
              <a:off x="-6475" y="4609669"/>
              <a:ext cx="9250200" cy="547540"/>
              <a:chOff x="-6475" y="4167900"/>
              <a:chExt cx="9250200" cy="988875"/>
            </a:xfrm>
          </p:grpSpPr>
          <p:cxnSp>
            <p:nvCxnSpPr>
              <p:cNvPr id="2494" name="Google Shape;2494;p68"/>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495" name="Google Shape;2495;p68"/>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496" name="Google Shape;2496;p68"/>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497" name="Google Shape;2497;p68"/>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498" name="Google Shape;2498;p68"/>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499" name="Google Shape;2499;p68"/>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500" name="Google Shape;2500;p68"/>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501" name="Google Shape;2501;p68"/>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502" name="Google Shape;2502;p68"/>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503" name="Google Shape;2503;p68"/>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504" name="Google Shape;2504;p68"/>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505" name="Google Shape;2505;p68"/>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506" name="Google Shape;2506;p68"/>
          <p:cNvSpPr txBox="1"/>
          <p:nvPr>
            <p:ph hasCustomPrompt="1" type="title"/>
          </p:nvPr>
        </p:nvSpPr>
        <p:spPr>
          <a:xfrm>
            <a:off x="713225" y="1590325"/>
            <a:ext cx="4659900" cy="1240800"/>
          </a:xfrm>
          <a:prstGeom prst="rect">
            <a:avLst/>
          </a:prstGeom>
        </p:spPr>
        <p:txBody>
          <a:bodyPr anchorCtr="0" anchor="ctr" bIns="91425" lIns="91425" spcFirstLastPara="1" rIns="91425" wrap="square" tIns="91425">
            <a:noAutofit/>
          </a:bodyPr>
          <a:lstStyle>
            <a:lvl1pPr lvl="0">
              <a:spcBef>
                <a:spcPts val="0"/>
              </a:spcBef>
              <a:spcAft>
                <a:spcPts val="0"/>
              </a:spcAft>
              <a:buSzPts val="9600"/>
              <a:buNone/>
              <a:defRPr sz="71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507" name="Google Shape;2507;p68"/>
          <p:cNvSpPr txBox="1"/>
          <p:nvPr>
            <p:ph idx="1" type="subTitle"/>
          </p:nvPr>
        </p:nvSpPr>
        <p:spPr>
          <a:xfrm>
            <a:off x="907875" y="2831375"/>
            <a:ext cx="4465200" cy="438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solidFill>
                  <a:schemeClr val="lt1"/>
                </a:solidFill>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2508" name="Google Shape;2508;p68"/>
          <p:cNvGrpSpPr/>
          <p:nvPr/>
        </p:nvGrpSpPr>
        <p:grpSpPr>
          <a:xfrm>
            <a:off x="2367796" y="-196653"/>
            <a:ext cx="7063013" cy="1891585"/>
            <a:chOff x="2367796" y="-196653"/>
            <a:chExt cx="7063013" cy="1891585"/>
          </a:xfrm>
        </p:grpSpPr>
        <p:sp>
          <p:nvSpPr>
            <p:cNvPr id="2509" name="Google Shape;2509;p68"/>
            <p:cNvSpPr/>
            <p:nvPr/>
          </p:nvSpPr>
          <p:spPr>
            <a:xfrm rot="1771310">
              <a:off x="2431250" y="-1331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0" name="Google Shape;2510;p68"/>
            <p:cNvPicPr preferRelativeResize="0"/>
            <p:nvPr/>
          </p:nvPicPr>
          <p:blipFill rotWithShape="1">
            <a:blip r:embed="rId2">
              <a:alphaModFix/>
            </a:blip>
            <a:srcRect b="12546" l="28959" r="12546" t="12546"/>
            <a:stretch/>
          </p:blipFill>
          <p:spPr>
            <a:xfrm rot="-2524089">
              <a:off x="8597923" y="931801"/>
              <a:ext cx="726650" cy="596548"/>
            </a:xfrm>
            <a:prstGeom prst="rect">
              <a:avLst/>
            </a:prstGeom>
            <a:noFill/>
            <a:ln>
              <a:noFill/>
            </a:ln>
          </p:spPr>
        </p:pic>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2511" name="Shape 2511"/>
        <p:cNvGrpSpPr/>
        <p:nvPr/>
      </p:nvGrpSpPr>
      <p:grpSpPr>
        <a:xfrm>
          <a:off x="0" y="0"/>
          <a:ext cx="0" cy="0"/>
          <a:chOff x="0" y="0"/>
          <a:chExt cx="0" cy="0"/>
        </a:xfrm>
      </p:grpSpPr>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512" name="Shape 2512"/>
        <p:cNvGrpSpPr/>
        <p:nvPr/>
      </p:nvGrpSpPr>
      <p:grpSpPr>
        <a:xfrm>
          <a:off x="0" y="0"/>
          <a:ext cx="0" cy="0"/>
          <a:chOff x="0" y="0"/>
          <a:chExt cx="0" cy="0"/>
        </a:xfrm>
      </p:grpSpPr>
      <p:grpSp>
        <p:nvGrpSpPr>
          <p:cNvPr id="2513" name="Google Shape;2513;p70"/>
          <p:cNvGrpSpPr/>
          <p:nvPr/>
        </p:nvGrpSpPr>
        <p:grpSpPr>
          <a:xfrm>
            <a:off x="-6475" y="2927242"/>
            <a:ext cx="9250200" cy="2229968"/>
            <a:chOff x="-6475" y="2927242"/>
            <a:chExt cx="9250200" cy="2229968"/>
          </a:xfrm>
        </p:grpSpPr>
        <p:grpSp>
          <p:nvGrpSpPr>
            <p:cNvPr id="2514" name="Google Shape;2514;p70"/>
            <p:cNvGrpSpPr/>
            <p:nvPr/>
          </p:nvGrpSpPr>
          <p:grpSpPr>
            <a:xfrm flipH="1">
              <a:off x="5831182" y="2927242"/>
              <a:ext cx="3303413" cy="1672406"/>
              <a:chOff x="-6475" y="2302000"/>
              <a:chExt cx="3303413" cy="1865900"/>
            </a:xfrm>
          </p:grpSpPr>
          <p:sp>
            <p:nvSpPr>
              <p:cNvPr id="2515" name="Google Shape;2515;p70"/>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70"/>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70"/>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70"/>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70"/>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70"/>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70"/>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70"/>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3" name="Google Shape;2523;p70"/>
            <p:cNvGrpSpPr/>
            <p:nvPr/>
          </p:nvGrpSpPr>
          <p:grpSpPr>
            <a:xfrm>
              <a:off x="-6475" y="2927242"/>
              <a:ext cx="3303413" cy="1672508"/>
              <a:chOff x="-6475" y="2302000"/>
              <a:chExt cx="3303413" cy="1866014"/>
            </a:xfrm>
          </p:grpSpPr>
          <p:sp>
            <p:nvSpPr>
              <p:cNvPr id="2524" name="Google Shape;2524;p70"/>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70"/>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70"/>
              <p:cNvSpPr/>
              <p:nvPr/>
            </p:nvSpPr>
            <p:spPr>
              <a:xfrm>
                <a:off x="851975" y="3112061"/>
                <a:ext cx="298800" cy="105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70"/>
              <p:cNvSpPr/>
              <p:nvPr/>
            </p:nvSpPr>
            <p:spPr>
              <a:xfrm>
                <a:off x="1281225" y="3216155"/>
                <a:ext cx="298800" cy="951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70"/>
              <p:cNvSpPr/>
              <p:nvPr/>
            </p:nvSpPr>
            <p:spPr>
              <a:xfrm>
                <a:off x="1710450" y="3376314"/>
                <a:ext cx="298800" cy="791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70"/>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70"/>
              <p:cNvSpPr/>
              <p:nvPr/>
            </p:nvSpPr>
            <p:spPr>
              <a:xfrm>
                <a:off x="2568903" y="3376314"/>
                <a:ext cx="298800" cy="791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70"/>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2" name="Google Shape;2532;p70"/>
            <p:cNvGrpSpPr/>
            <p:nvPr/>
          </p:nvGrpSpPr>
          <p:grpSpPr>
            <a:xfrm>
              <a:off x="-6475" y="4609669"/>
              <a:ext cx="9250200" cy="547540"/>
              <a:chOff x="-6475" y="4167900"/>
              <a:chExt cx="9250200" cy="988875"/>
            </a:xfrm>
          </p:grpSpPr>
          <p:cxnSp>
            <p:nvCxnSpPr>
              <p:cNvPr id="2533" name="Google Shape;2533;p70"/>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534" name="Google Shape;2534;p70"/>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535" name="Google Shape;2535;p70"/>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536" name="Google Shape;2536;p70"/>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537" name="Google Shape;2537;p70"/>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538" name="Google Shape;2538;p70"/>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539" name="Google Shape;2539;p70"/>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540" name="Google Shape;2540;p70"/>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541" name="Google Shape;2541;p70"/>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542" name="Google Shape;2542;p70"/>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543" name="Google Shape;2543;p70"/>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544" name="Google Shape;2544;p70"/>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545" name="Google Shape;2545;p7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546" name="Google Shape;2546;p70"/>
          <p:cNvGrpSpPr/>
          <p:nvPr/>
        </p:nvGrpSpPr>
        <p:grpSpPr>
          <a:xfrm>
            <a:off x="25174" y="9"/>
            <a:ext cx="9118817" cy="5080833"/>
            <a:chOff x="25174" y="9"/>
            <a:chExt cx="9118817" cy="5080833"/>
          </a:xfrm>
        </p:grpSpPr>
        <p:sp>
          <p:nvSpPr>
            <p:cNvPr id="2547" name="Google Shape;2547;p70"/>
            <p:cNvSpPr/>
            <p:nvPr/>
          </p:nvSpPr>
          <p:spPr>
            <a:xfrm rot="1771310">
              <a:off x="8730600" y="11043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48" name="Google Shape;2548;p70"/>
            <p:cNvPicPr preferRelativeResize="0"/>
            <p:nvPr/>
          </p:nvPicPr>
          <p:blipFill rotWithShape="1">
            <a:blip r:embed="rId2">
              <a:alphaModFix/>
            </a:blip>
            <a:srcRect b="12546" l="28959" r="12546" t="12546"/>
            <a:stretch/>
          </p:blipFill>
          <p:spPr>
            <a:xfrm rot="10800000">
              <a:off x="25174" y="4305727"/>
              <a:ext cx="726651" cy="596548"/>
            </a:xfrm>
            <a:prstGeom prst="rect">
              <a:avLst/>
            </a:prstGeom>
            <a:noFill/>
            <a:ln>
              <a:noFill/>
            </a:ln>
          </p:spPr>
        </p:pic>
        <p:sp>
          <p:nvSpPr>
            <p:cNvPr id="2549" name="Google Shape;2549;p70"/>
            <p:cNvSpPr/>
            <p:nvPr/>
          </p:nvSpPr>
          <p:spPr>
            <a:xfrm rot="1771310">
              <a:off x="4677350" y="46675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70"/>
            <p:cNvSpPr/>
            <p:nvPr/>
          </p:nvSpPr>
          <p:spPr>
            <a:xfrm rot="1771310">
              <a:off x="538250" y="63526"/>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551" name="Shape 2551"/>
        <p:cNvGrpSpPr/>
        <p:nvPr/>
      </p:nvGrpSpPr>
      <p:grpSpPr>
        <a:xfrm>
          <a:off x="0" y="0"/>
          <a:ext cx="0" cy="0"/>
          <a:chOff x="0" y="0"/>
          <a:chExt cx="0" cy="0"/>
        </a:xfrm>
      </p:grpSpPr>
      <p:grpSp>
        <p:nvGrpSpPr>
          <p:cNvPr id="2552" name="Google Shape;2552;p71"/>
          <p:cNvGrpSpPr/>
          <p:nvPr/>
        </p:nvGrpSpPr>
        <p:grpSpPr>
          <a:xfrm>
            <a:off x="-6475" y="2927242"/>
            <a:ext cx="9250200" cy="2229968"/>
            <a:chOff x="-6475" y="2927242"/>
            <a:chExt cx="9250200" cy="2229968"/>
          </a:xfrm>
        </p:grpSpPr>
        <p:grpSp>
          <p:nvGrpSpPr>
            <p:cNvPr id="2553" name="Google Shape;2553;p71"/>
            <p:cNvGrpSpPr/>
            <p:nvPr/>
          </p:nvGrpSpPr>
          <p:grpSpPr>
            <a:xfrm flipH="1">
              <a:off x="5831182" y="2927242"/>
              <a:ext cx="3303413" cy="1672406"/>
              <a:chOff x="-6475" y="2302000"/>
              <a:chExt cx="3303413" cy="1865900"/>
            </a:xfrm>
          </p:grpSpPr>
          <p:sp>
            <p:nvSpPr>
              <p:cNvPr id="2554" name="Google Shape;2554;p71"/>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71"/>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71"/>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71"/>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71"/>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71"/>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71"/>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71"/>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62" name="Google Shape;2562;p71"/>
            <p:cNvGrpSpPr/>
            <p:nvPr/>
          </p:nvGrpSpPr>
          <p:grpSpPr>
            <a:xfrm>
              <a:off x="-6475" y="2927242"/>
              <a:ext cx="3303413" cy="1672406"/>
              <a:chOff x="-6475" y="2302000"/>
              <a:chExt cx="3303413" cy="1865900"/>
            </a:xfrm>
          </p:grpSpPr>
          <p:sp>
            <p:nvSpPr>
              <p:cNvPr id="2563" name="Google Shape;2563;p71"/>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71"/>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71"/>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71"/>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71"/>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71"/>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71"/>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71"/>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71" name="Google Shape;2571;p71"/>
            <p:cNvGrpSpPr/>
            <p:nvPr/>
          </p:nvGrpSpPr>
          <p:grpSpPr>
            <a:xfrm>
              <a:off x="-6475" y="4609669"/>
              <a:ext cx="9250200" cy="547540"/>
              <a:chOff x="-6475" y="4167900"/>
              <a:chExt cx="9250200" cy="988875"/>
            </a:xfrm>
          </p:grpSpPr>
          <p:cxnSp>
            <p:nvCxnSpPr>
              <p:cNvPr id="2572" name="Google Shape;2572;p71"/>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573" name="Google Shape;2573;p71"/>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574" name="Google Shape;2574;p71"/>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575" name="Google Shape;2575;p71"/>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576" name="Google Shape;2576;p71"/>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577" name="Google Shape;2577;p71"/>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578" name="Google Shape;2578;p71"/>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579" name="Google Shape;2579;p71"/>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580" name="Google Shape;2580;p71"/>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581" name="Google Shape;2581;p71"/>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582" name="Google Shape;2582;p71"/>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583" name="Google Shape;2583;p71"/>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584" name="Google Shape;2584;p7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585" name="Google Shape;2585;p71"/>
          <p:cNvSpPr txBox="1"/>
          <p:nvPr>
            <p:ph idx="1" type="subTitle"/>
          </p:nvPr>
        </p:nvSpPr>
        <p:spPr>
          <a:xfrm>
            <a:off x="1622189" y="1992361"/>
            <a:ext cx="21723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86" name="Google Shape;2586;p71"/>
          <p:cNvSpPr txBox="1"/>
          <p:nvPr>
            <p:ph idx="2" type="subTitle"/>
          </p:nvPr>
        </p:nvSpPr>
        <p:spPr>
          <a:xfrm>
            <a:off x="4708930" y="1992361"/>
            <a:ext cx="21762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87" name="Google Shape;2587;p71"/>
          <p:cNvSpPr txBox="1"/>
          <p:nvPr>
            <p:ph idx="3" type="subTitle"/>
          </p:nvPr>
        </p:nvSpPr>
        <p:spPr>
          <a:xfrm>
            <a:off x="3080959" y="3349931"/>
            <a:ext cx="21762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88" name="Google Shape;2588;p71"/>
          <p:cNvSpPr txBox="1"/>
          <p:nvPr>
            <p:ph idx="4" type="subTitle"/>
          </p:nvPr>
        </p:nvSpPr>
        <p:spPr>
          <a:xfrm>
            <a:off x="6171600" y="3349931"/>
            <a:ext cx="21762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89" name="Google Shape;2589;p71"/>
          <p:cNvSpPr txBox="1"/>
          <p:nvPr>
            <p:ph hasCustomPrompt="1" idx="5" type="title"/>
          </p:nvPr>
        </p:nvSpPr>
        <p:spPr>
          <a:xfrm>
            <a:off x="806189" y="1687406"/>
            <a:ext cx="5622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400">
                <a:solidFill>
                  <a:schemeClr val="l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590" name="Google Shape;2590;p71"/>
          <p:cNvSpPr txBox="1"/>
          <p:nvPr>
            <p:ph hasCustomPrompt="1" idx="6" type="title"/>
          </p:nvPr>
        </p:nvSpPr>
        <p:spPr>
          <a:xfrm>
            <a:off x="2360905" y="3057950"/>
            <a:ext cx="557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400">
                <a:solidFill>
                  <a:schemeClr val="l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591" name="Google Shape;2591;p71"/>
          <p:cNvSpPr txBox="1"/>
          <p:nvPr>
            <p:ph hasCustomPrompt="1" idx="7" type="title"/>
          </p:nvPr>
        </p:nvSpPr>
        <p:spPr>
          <a:xfrm>
            <a:off x="3896472" y="1687406"/>
            <a:ext cx="557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400">
                <a:solidFill>
                  <a:schemeClr val="l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592" name="Google Shape;2592;p71"/>
          <p:cNvSpPr txBox="1"/>
          <p:nvPr>
            <p:ph hasCustomPrompt="1" idx="8" type="title"/>
          </p:nvPr>
        </p:nvSpPr>
        <p:spPr>
          <a:xfrm>
            <a:off x="5438242" y="3057950"/>
            <a:ext cx="5622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400">
                <a:solidFill>
                  <a:schemeClr val="l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593" name="Google Shape;2593;p71"/>
          <p:cNvSpPr txBox="1"/>
          <p:nvPr>
            <p:ph idx="9" type="subTitle"/>
          </p:nvPr>
        </p:nvSpPr>
        <p:spPr>
          <a:xfrm>
            <a:off x="1622200" y="1687401"/>
            <a:ext cx="2172300" cy="447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7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700"/>
              <a:buFont typeface="Secular One"/>
              <a:buNone/>
              <a:defRPr sz="2700">
                <a:latin typeface="Secular One"/>
                <a:ea typeface="Secular One"/>
                <a:cs typeface="Secular One"/>
                <a:sym typeface="Secular One"/>
              </a:defRPr>
            </a:lvl2pPr>
            <a:lvl3pPr lvl="2" algn="ctr">
              <a:lnSpc>
                <a:spcPct val="100000"/>
              </a:lnSpc>
              <a:spcBef>
                <a:spcPts val="0"/>
              </a:spcBef>
              <a:spcAft>
                <a:spcPts val="0"/>
              </a:spcAft>
              <a:buSzPts val="2700"/>
              <a:buFont typeface="Secular One"/>
              <a:buNone/>
              <a:defRPr sz="2700">
                <a:latin typeface="Secular One"/>
                <a:ea typeface="Secular One"/>
                <a:cs typeface="Secular One"/>
                <a:sym typeface="Secular One"/>
              </a:defRPr>
            </a:lvl3pPr>
            <a:lvl4pPr lvl="3" algn="ctr">
              <a:lnSpc>
                <a:spcPct val="100000"/>
              </a:lnSpc>
              <a:spcBef>
                <a:spcPts val="0"/>
              </a:spcBef>
              <a:spcAft>
                <a:spcPts val="0"/>
              </a:spcAft>
              <a:buSzPts val="2700"/>
              <a:buFont typeface="Secular One"/>
              <a:buNone/>
              <a:defRPr sz="2700">
                <a:latin typeface="Secular One"/>
                <a:ea typeface="Secular One"/>
                <a:cs typeface="Secular One"/>
                <a:sym typeface="Secular One"/>
              </a:defRPr>
            </a:lvl4pPr>
            <a:lvl5pPr lvl="4" algn="ctr">
              <a:lnSpc>
                <a:spcPct val="100000"/>
              </a:lnSpc>
              <a:spcBef>
                <a:spcPts val="0"/>
              </a:spcBef>
              <a:spcAft>
                <a:spcPts val="0"/>
              </a:spcAft>
              <a:buSzPts val="2700"/>
              <a:buFont typeface="Secular One"/>
              <a:buNone/>
              <a:defRPr sz="2700">
                <a:latin typeface="Secular One"/>
                <a:ea typeface="Secular One"/>
                <a:cs typeface="Secular One"/>
                <a:sym typeface="Secular One"/>
              </a:defRPr>
            </a:lvl5pPr>
            <a:lvl6pPr lvl="5" algn="ctr">
              <a:lnSpc>
                <a:spcPct val="100000"/>
              </a:lnSpc>
              <a:spcBef>
                <a:spcPts val="0"/>
              </a:spcBef>
              <a:spcAft>
                <a:spcPts val="0"/>
              </a:spcAft>
              <a:buSzPts val="2700"/>
              <a:buFont typeface="Secular One"/>
              <a:buNone/>
              <a:defRPr sz="2700">
                <a:latin typeface="Secular One"/>
                <a:ea typeface="Secular One"/>
                <a:cs typeface="Secular One"/>
                <a:sym typeface="Secular One"/>
              </a:defRPr>
            </a:lvl6pPr>
            <a:lvl7pPr lvl="6" algn="ctr">
              <a:lnSpc>
                <a:spcPct val="100000"/>
              </a:lnSpc>
              <a:spcBef>
                <a:spcPts val="0"/>
              </a:spcBef>
              <a:spcAft>
                <a:spcPts val="0"/>
              </a:spcAft>
              <a:buSzPts val="2700"/>
              <a:buFont typeface="Secular One"/>
              <a:buNone/>
              <a:defRPr sz="2700">
                <a:latin typeface="Secular One"/>
                <a:ea typeface="Secular One"/>
                <a:cs typeface="Secular One"/>
                <a:sym typeface="Secular One"/>
              </a:defRPr>
            </a:lvl7pPr>
            <a:lvl8pPr lvl="7" algn="ctr">
              <a:lnSpc>
                <a:spcPct val="100000"/>
              </a:lnSpc>
              <a:spcBef>
                <a:spcPts val="0"/>
              </a:spcBef>
              <a:spcAft>
                <a:spcPts val="0"/>
              </a:spcAft>
              <a:buSzPts val="2700"/>
              <a:buFont typeface="Secular One"/>
              <a:buNone/>
              <a:defRPr sz="2700">
                <a:latin typeface="Secular One"/>
                <a:ea typeface="Secular One"/>
                <a:cs typeface="Secular One"/>
                <a:sym typeface="Secular One"/>
              </a:defRPr>
            </a:lvl8pPr>
            <a:lvl9pPr lvl="8" algn="ctr">
              <a:lnSpc>
                <a:spcPct val="100000"/>
              </a:lnSpc>
              <a:spcBef>
                <a:spcPts val="0"/>
              </a:spcBef>
              <a:spcAft>
                <a:spcPts val="0"/>
              </a:spcAft>
              <a:buSzPts val="2700"/>
              <a:buFont typeface="Secular One"/>
              <a:buNone/>
              <a:defRPr sz="2700">
                <a:latin typeface="Secular One"/>
                <a:ea typeface="Secular One"/>
                <a:cs typeface="Secular One"/>
                <a:sym typeface="Secular One"/>
              </a:defRPr>
            </a:lvl9pPr>
          </a:lstStyle>
          <a:p/>
        </p:txBody>
      </p:sp>
      <p:sp>
        <p:nvSpPr>
          <p:cNvPr id="2594" name="Google Shape;2594;p71"/>
          <p:cNvSpPr txBox="1"/>
          <p:nvPr>
            <p:ph idx="13" type="subTitle"/>
          </p:nvPr>
        </p:nvSpPr>
        <p:spPr>
          <a:xfrm>
            <a:off x="4708933" y="1687401"/>
            <a:ext cx="2176200" cy="447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7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700"/>
              <a:buFont typeface="Secular One"/>
              <a:buNone/>
              <a:defRPr sz="2700">
                <a:latin typeface="Secular One"/>
                <a:ea typeface="Secular One"/>
                <a:cs typeface="Secular One"/>
                <a:sym typeface="Secular One"/>
              </a:defRPr>
            </a:lvl2pPr>
            <a:lvl3pPr lvl="2" algn="ctr">
              <a:lnSpc>
                <a:spcPct val="100000"/>
              </a:lnSpc>
              <a:spcBef>
                <a:spcPts val="0"/>
              </a:spcBef>
              <a:spcAft>
                <a:spcPts val="0"/>
              </a:spcAft>
              <a:buSzPts val="2700"/>
              <a:buFont typeface="Secular One"/>
              <a:buNone/>
              <a:defRPr sz="2700">
                <a:latin typeface="Secular One"/>
                <a:ea typeface="Secular One"/>
                <a:cs typeface="Secular One"/>
                <a:sym typeface="Secular One"/>
              </a:defRPr>
            </a:lvl3pPr>
            <a:lvl4pPr lvl="3" algn="ctr">
              <a:lnSpc>
                <a:spcPct val="100000"/>
              </a:lnSpc>
              <a:spcBef>
                <a:spcPts val="0"/>
              </a:spcBef>
              <a:spcAft>
                <a:spcPts val="0"/>
              </a:spcAft>
              <a:buSzPts val="2700"/>
              <a:buFont typeface="Secular One"/>
              <a:buNone/>
              <a:defRPr sz="2700">
                <a:latin typeface="Secular One"/>
                <a:ea typeface="Secular One"/>
                <a:cs typeface="Secular One"/>
                <a:sym typeface="Secular One"/>
              </a:defRPr>
            </a:lvl4pPr>
            <a:lvl5pPr lvl="4" algn="ctr">
              <a:lnSpc>
                <a:spcPct val="100000"/>
              </a:lnSpc>
              <a:spcBef>
                <a:spcPts val="0"/>
              </a:spcBef>
              <a:spcAft>
                <a:spcPts val="0"/>
              </a:spcAft>
              <a:buSzPts val="2700"/>
              <a:buFont typeface="Secular One"/>
              <a:buNone/>
              <a:defRPr sz="2700">
                <a:latin typeface="Secular One"/>
                <a:ea typeface="Secular One"/>
                <a:cs typeface="Secular One"/>
                <a:sym typeface="Secular One"/>
              </a:defRPr>
            </a:lvl5pPr>
            <a:lvl6pPr lvl="5" algn="ctr">
              <a:lnSpc>
                <a:spcPct val="100000"/>
              </a:lnSpc>
              <a:spcBef>
                <a:spcPts val="0"/>
              </a:spcBef>
              <a:spcAft>
                <a:spcPts val="0"/>
              </a:spcAft>
              <a:buSzPts val="2700"/>
              <a:buFont typeface="Secular One"/>
              <a:buNone/>
              <a:defRPr sz="2700">
                <a:latin typeface="Secular One"/>
                <a:ea typeface="Secular One"/>
                <a:cs typeface="Secular One"/>
                <a:sym typeface="Secular One"/>
              </a:defRPr>
            </a:lvl6pPr>
            <a:lvl7pPr lvl="6" algn="ctr">
              <a:lnSpc>
                <a:spcPct val="100000"/>
              </a:lnSpc>
              <a:spcBef>
                <a:spcPts val="0"/>
              </a:spcBef>
              <a:spcAft>
                <a:spcPts val="0"/>
              </a:spcAft>
              <a:buSzPts val="2700"/>
              <a:buFont typeface="Secular One"/>
              <a:buNone/>
              <a:defRPr sz="2700">
                <a:latin typeface="Secular One"/>
                <a:ea typeface="Secular One"/>
                <a:cs typeface="Secular One"/>
                <a:sym typeface="Secular One"/>
              </a:defRPr>
            </a:lvl7pPr>
            <a:lvl8pPr lvl="7" algn="ctr">
              <a:lnSpc>
                <a:spcPct val="100000"/>
              </a:lnSpc>
              <a:spcBef>
                <a:spcPts val="0"/>
              </a:spcBef>
              <a:spcAft>
                <a:spcPts val="0"/>
              </a:spcAft>
              <a:buSzPts val="2700"/>
              <a:buFont typeface="Secular One"/>
              <a:buNone/>
              <a:defRPr sz="2700">
                <a:latin typeface="Secular One"/>
                <a:ea typeface="Secular One"/>
                <a:cs typeface="Secular One"/>
                <a:sym typeface="Secular One"/>
              </a:defRPr>
            </a:lvl8pPr>
            <a:lvl9pPr lvl="8" algn="ctr">
              <a:lnSpc>
                <a:spcPct val="100000"/>
              </a:lnSpc>
              <a:spcBef>
                <a:spcPts val="0"/>
              </a:spcBef>
              <a:spcAft>
                <a:spcPts val="0"/>
              </a:spcAft>
              <a:buSzPts val="2700"/>
              <a:buFont typeface="Secular One"/>
              <a:buNone/>
              <a:defRPr sz="2700">
                <a:latin typeface="Secular One"/>
                <a:ea typeface="Secular One"/>
                <a:cs typeface="Secular One"/>
                <a:sym typeface="Secular One"/>
              </a:defRPr>
            </a:lvl9pPr>
          </a:lstStyle>
          <a:p/>
        </p:txBody>
      </p:sp>
      <p:sp>
        <p:nvSpPr>
          <p:cNvPr id="2595" name="Google Shape;2595;p71"/>
          <p:cNvSpPr txBox="1"/>
          <p:nvPr>
            <p:ph idx="14" type="subTitle"/>
          </p:nvPr>
        </p:nvSpPr>
        <p:spPr>
          <a:xfrm>
            <a:off x="3080959" y="3057950"/>
            <a:ext cx="2176200" cy="447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7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700"/>
              <a:buFont typeface="Secular One"/>
              <a:buNone/>
              <a:defRPr sz="2700">
                <a:latin typeface="Secular One"/>
                <a:ea typeface="Secular One"/>
                <a:cs typeface="Secular One"/>
                <a:sym typeface="Secular One"/>
              </a:defRPr>
            </a:lvl2pPr>
            <a:lvl3pPr lvl="2" algn="ctr">
              <a:lnSpc>
                <a:spcPct val="100000"/>
              </a:lnSpc>
              <a:spcBef>
                <a:spcPts val="0"/>
              </a:spcBef>
              <a:spcAft>
                <a:spcPts val="0"/>
              </a:spcAft>
              <a:buSzPts val="2700"/>
              <a:buFont typeface="Secular One"/>
              <a:buNone/>
              <a:defRPr sz="2700">
                <a:latin typeface="Secular One"/>
                <a:ea typeface="Secular One"/>
                <a:cs typeface="Secular One"/>
                <a:sym typeface="Secular One"/>
              </a:defRPr>
            </a:lvl3pPr>
            <a:lvl4pPr lvl="3" algn="ctr">
              <a:lnSpc>
                <a:spcPct val="100000"/>
              </a:lnSpc>
              <a:spcBef>
                <a:spcPts val="0"/>
              </a:spcBef>
              <a:spcAft>
                <a:spcPts val="0"/>
              </a:spcAft>
              <a:buSzPts val="2700"/>
              <a:buFont typeface="Secular One"/>
              <a:buNone/>
              <a:defRPr sz="2700">
                <a:latin typeface="Secular One"/>
                <a:ea typeface="Secular One"/>
                <a:cs typeface="Secular One"/>
                <a:sym typeface="Secular One"/>
              </a:defRPr>
            </a:lvl4pPr>
            <a:lvl5pPr lvl="4" algn="ctr">
              <a:lnSpc>
                <a:spcPct val="100000"/>
              </a:lnSpc>
              <a:spcBef>
                <a:spcPts val="0"/>
              </a:spcBef>
              <a:spcAft>
                <a:spcPts val="0"/>
              </a:spcAft>
              <a:buSzPts val="2700"/>
              <a:buFont typeface="Secular One"/>
              <a:buNone/>
              <a:defRPr sz="2700">
                <a:latin typeface="Secular One"/>
                <a:ea typeface="Secular One"/>
                <a:cs typeface="Secular One"/>
                <a:sym typeface="Secular One"/>
              </a:defRPr>
            </a:lvl5pPr>
            <a:lvl6pPr lvl="5" algn="ctr">
              <a:lnSpc>
                <a:spcPct val="100000"/>
              </a:lnSpc>
              <a:spcBef>
                <a:spcPts val="0"/>
              </a:spcBef>
              <a:spcAft>
                <a:spcPts val="0"/>
              </a:spcAft>
              <a:buSzPts val="2700"/>
              <a:buFont typeface="Secular One"/>
              <a:buNone/>
              <a:defRPr sz="2700">
                <a:latin typeface="Secular One"/>
                <a:ea typeface="Secular One"/>
                <a:cs typeface="Secular One"/>
                <a:sym typeface="Secular One"/>
              </a:defRPr>
            </a:lvl6pPr>
            <a:lvl7pPr lvl="6" algn="ctr">
              <a:lnSpc>
                <a:spcPct val="100000"/>
              </a:lnSpc>
              <a:spcBef>
                <a:spcPts val="0"/>
              </a:spcBef>
              <a:spcAft>
                <a:spcPts val="0"/>
              </a:spcAft>
              <a:buSzPts val="2700"/>
              <a:buFont typeface="Secular One"/>
              <a:buNone/>
              <a:defRPr sz="2700">
                <a:latin typeface="Secular One"/>
                <a:ea typeface="Secular One"/>
                <a:cs typeface="Secular One"/>
                <a:sym typeface="Secular One"/>
              </a:defRPr>
            </a:lvl7pPr>
            <a:lvl8pPr lvl="7" algn="ctr">
              <a:lnSpc>
                <a:spcPct val="100000"/>
              </a:lnSpc>
              <a:spcBef>
                <a:spcPts val="0"/>
              </a:spcBef>
              <a:spcAft>
                <a:spcPts val="0"/>
              </a:spcAft>
              <a:buSzPts val="2700"/>
              <a:buFont typeface="Secular One"/>
              <a:buNone/>
              <a:defRPr sz="2700">
                <a:latin typeface="Secular One"/>
                <a:ea typeface="Secular One"/>
                <a:cs typeface="Secular One"/>
                <a:sym typeface="Secular One"/>
              </a:defRPr>
            </a:lvl8pPr>
            <a:lvl9pPr lvl="8" algn="ctr">
              <a:lnSpc>
                <a:spcPct val="100000"/>
              </a:lnSpc>
              <a:spcBef>
                <a:spcPts val="0"/>
              </a:spcBef>
              <a:spcAft>
                <a:spcPts val="0"/>
              </a:spcAft>
              <a:buSzPts val="2700"/>
              <a:buFont typeface="Secular One"/>
              <a:buNone/>
              <a:defRPr sz="2700">
                <a:latin typeface="Secular One"/>
                <a:ea typeface="Secular One"/>
                <a:cs typeface="Secular One"/>
                <a:sym typeface="Secular One"/>
              </a:defRPr>
            </a:lvl9pPr>
          </a:lstStyle>
          <a:p/>
        </p:txBody>
      </p:sp>
      <p:sp>
        <p:nvSpPr>
          <p:cNvPr id="2596" name="Google Shape;2596;p71"/>
          <p:cNvSpPr txBox="1"/>
          <p:nvPr>
            <p:ph idx="15" type="subTitle"/>
          </p:nvPr>
        </p:nvSpPr>
        <p:spPr>
          <a:xfrm>
            <a:off x="6171600" y="3057950"/>
            <a:ext cx="2176200" cy="447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7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700"/>
              <a:buFont typeface="Secular One"/>
              <a:buNone/>
              <a:defRPr sz="2700">
                <a:latin typeface="Secular One"/>
                <a:ea typeface="Secular One"/>
                <a:cs typeface="Secular One"/>
                <a:sym typeface="Secular One"/>
              </a:defRPr>
            </a:lvl2pPr>
            <a:lvl3pPr lvl="2" algn="ctr">
              <a:lnSpc>
                <a:spcPct val="100000"/>
              </a:lnSpc>
              <a:spcBef>
                <a:spcPts val="0"/>
              </a:spcBef>
              <a:spcAft>
                <a:spcPts val="0"/>
              </a:spcAft>
              <a:buSzPts val="2700"/>
              <a:buFont typeface="Secular One"/>
              <a:buNone/>
              <a:defRPr sz="2700">
                <a:latin typeface="Secular One"/>
                <a:ea typeface="Secular One"/>
                <a:cs typeface="Secular One"/>
                <a:sym typeface="Secular One"/>
              </a:defRPr>
            </a:lvl3pPr>
            <a:lvl4pPr lvl="3" algn="ctr">
              <a:lnSpc>
                <a:spcPct val="100000"/>
              </a:lnSpc>
              <a:spcBef>
                <a:spcPts val="0"/>
              </a:spcBef>
              <a:spcAft>
                <a:spcPts val="0"/>
              </a:spcAft>
              <a:buSzPts val="2700"/>
              <a:buFont typeface="Secular One"/>
              <a:buNone/>
              <a:defRPr sz="2700">
                <a:latin typeface="Secular One"/>
                <a:ea typeface="Secular One"/>
                <a:cs typeface="Secular One"/>
                <a:sym typeface="Secular One"/>
              </a:defRPr>
            </a:lvl4pPr>
            <a:lvl5pPr lvl="4" algn="ctr">
              <a:lnSpc>
                <a:spcPct val="100000"/>
              </a:lnSpc>
              <a:spcBef>
                <a:spcPts val="0"/>
              </a:spcBef>
              <a:spcAft>
                <a:spcPts val="0"/>
              </a:spcAft>
              <a:buSzPts val="2700"/>
              <a:buFont typeface="Secular One"/>
              <a:buNone/>
              <a:defRPr sz="2700">
                <a:latin typeface="Secular One"/>
                <a:ea typeface="Secular One"/>
                <a:cs typeface="Secular One"/>
                <a:sym typeface="Secular One"/>
              </a:defRPr>
            </a:lvl5pPr>
            <a:lvl6pPr lvl="5" algn="ctr">
              <a:lnSpc>
                <a:spcPct val="100000"/>
              </a:lnSpc>
              <a:spcBef>
                <a:spcPts val="0"/>
              </a:spcBef>
              <a:spcAft>
                <a:spcPts val="0"/>
              </a:spcAft>
              <a:buSzPts val="2700"/>
              <a:buFont typeface="Secular One"/>
              <a:buNone/>
              <a:defRPr sz="2700">
                <a:latin typeface="Secular One"/>
                <a:ea typeface="Secular One"/>
                <a:cs typeface="Secular One"/>
                <a:sym typeface="Secular One"/>
              </a:defRPr>
            </a:lvl6pPr>
            <a:lvl7pPr lvl="6" algn="ctr">
              <a:lnSpc>
                <a:spcPct val="100000"/>
              </a:lnSpc>
              <a:spcBef>
                <a:spcPts val="0"/>
              </a:spcBef>
              <a:spcAft>
                <a:spcPts val="0"/>
              </a:spcAft>
              <a:buSzPts val="2700"/>
              <a:buFont typeface="Secular One"/>
              <a:buNone/>
              <a:defRPr sz="2700">
                <a:latin typeface="Secular One"/>
                <a:ea typeface="Secular One"/>
                <a:cs typeface="Secular One"/>
                <a:sym typeface="Secular One"/>
              </a:defRPr>
            </a:lvl7pPr>
            <a:lvl8pPr lvl="7" algn="ctr">
              <a:lnSpc>
                <a:spcPct val="100000"/>
              </a:lnSpc>
              <a:spcBef>
                <a:spcPts val="0"/>
              </a:spcBef>
              <a:spcAft>
                <a:spcPts val="0"/>
              </a:spcAft>
              <a:buSzPts val="2700"/>
              <a:buFont typeface="Secular One"/>
              <a:buNone/>
              <a:defRPr sz="2700">
                <a:latin typeface="Secular One"/>
                <a:ea typeface="Secular One"/>
                <a:cs typeface="Secular One"/>
                <a:sym typeface="Secular One"/>
              </a:defRPr>
            </a:lvl8pPr>
            <a:lvl9pPr lvl="8" algn="ctr">
              <a:lnSpc>
                <a:spcPct val="100000"/>
              </a:lnSpc>
              <a:spcBef>
                <a:spcPts val="0"/>
              </a:spcBef>
              <a:spcAft>
                <a:spcPts val="0"/>
              </a:spcAft>
              <a:buSzPts val="2700"/>
              <a:buFont typeface="Secular One"/>
              <a:buNone/>
              <a:defRPr sz="2700">
                <a:latin typeface="Secular One"/>
                <a:ea typeface="Secular One"/>
                <a:cs typeface="Secular One"/>
                <a:sym typeface="Secular One"/>
              </a:defRPr>
            </a:lvl9pPr>
          </a:lstStyle>
          <a:p/>
        </p:txBody>
      </p:sp>
      <p:grpSp>
        <p:nvGrpSpPr>
          <p:cNvPr id="2597" name="Google Shape;2597;p71"/>
          <p:cNvGrpSpPr/>
          <p:nvPr/>
        </p:nvGrpSpPr>
        <p:grpSpPr>
          <a:xfrm>
            <a:off x="80771" y="-245678"/>
            <a:ext cx="7920920" cy="5232953"/>
            <a:chOff x="80771" y="-245678"/>
            <a:chExt cx="7920920" cy="5232953"/>
          </a:xfrm>
        </p:grpSpPr>
        <p:sp>
          <p:nvSpPr>
            <p:cNvPr id="2598" name="Google Shape;2598;p71"/>
            <p:cNvSpPr/>
            <p:nvPr/>
          </p:nvSpPr>
          <p:spPr>
            <a:xfrm rot="1771310">
              <a:off x="144225" y="10149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71"/>
            <p:cNvSpPr/>
            <p:nvPr/>
          </p:nvSpPr>
          <p:spPr>
            <a:xfrm rot="1771310">
              <a:off x="7588300" y="45140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00" name="Google Shape;2600;p71"/>
            <p:cNvPicPr preferRelativeResize="0"/>
            <p:nvPr/>
          </p:nvPicPr>
          <p:blipFill rotWithShape="1">
            <a:blip r:embed="rId2">
              <a:alphaModFix/>
            </a:blip>
            <a:srcRect b="12546" l="28959" r="12546" t="12546"/>
            <a:stretch/>
          </p:blipFill>
          <p:spPr>
            <a:xfrm rot="10800000">
              <a:off x="4096374" y="4390727"/>
              <a:ext cx="726651" cy="596548"/>
            </a:xfrm>
            <a:prstGeom prst="rect">
              <a:avLst/>
            </a:prstGeom>
            <a:noFill/>
            <a:ln>
              <a:noFill/>
            </a:ln>
          </p:spPr>
        </p:pic>
        <p:sp>
          <p:nvSpPr>
            <p:cNvPr id="2601" name="Google Shape;2601;p71"/>
            <p:cNvSpPr/>
            <p:nvPr/>
          </p:nvSpPr>
          <p:spPr>
            <a:xfrm rot="1771310">
              <a:off x="4817425" y="-182162"/>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602" name="Shape 2602"/>
        <p:cNvGrpSpPr/>
        <p:nvPr/>
      </p:nvGrpSpPr>
      <p:grpSpPr>
        <a:xfrm>
          <a:off x="0" y="0"/>
          <a:ext cx="0" cy="0"/>
          <a:chOff x="0" y="0"/>
          <a:chExt cx="0" cy="0"/>
        </a:xfrm>
      </p:grpSpPr>
      <p:grpSp>
        <p:nvGrpSpPr>
          <p:cNvPr id="2603" name="Google Shape;2603;p72"/>
          <p:cNvGrpSpPr/>
          <p:nvPr/>
        </p:nvGrpSpPr>
        <p:grpSpPr>
          <a:xfrm>
            <a:off x="-6475" y="2927242"/>
            <a:ext cx="9250200" cy="2229968"/>
            <a:chOff x="-6475" y="2927242"/>
            <a:chExt cx="9250200" cy="2229968"/>
          </a:xfrm>
        </p:grpSpPr>
        <p:grpSp>
          <p:nvGrpSpPr>
            <p:cNvPr id="2604" name="Google Shape;2604;p72"/>
            <p:cNvGrpSpPr/>
            <p:nvPr/>
          </p:nvGrpSpPr>
          <p:grpSpPr>
            <a:xfrm flipH="1">
              <a:off x="5831182" y="2927242"/>
              <a:ext cx="3303413" cy="1672406"/>
              <a:chOff x="-6475" y="2302000"/>
              <a:chExt cx="3303413" cy="1865900"/>
            </a:xfrm>
          </p:grpSpPr>
          <p:sp>
            <p:nvSpPr>
              <p:cNvPr id="2605" name="Google Shape;2605;p72"/>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72"/>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72"/>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72"/>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72"/>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72"/>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72"/>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72"/>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13" name="Google Shape;2613;p72"/>
            <p:cNvGrpSpPr/>
            <p:nvPr/>
          </p:nvGrpSpPr>
          <p:grpSpPr>
            <a:xfrm>
              <a:off x="-6475" y="2927242"/>
              <a:ext cx="3303413" cy="1672406"/>
              <a:chOff x="-6475" y="2302000"/>
              <a:chExt cx="3303413" cy="1865900"/>
            </a:xfrm>
          </p:grpSpPr>
          <p:sp>
            <p:nvSpPr>
              <p:cNvPr id="2614" name="Google Shape;2614;p72"/>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72"/>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72"/>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72"/>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72"/>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72"/>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72"/>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72"/>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2" name="Google Shape;2622;p72"/>
            <p:cNvGrpSpPr/>
            <p:nvPr/>
          </p:nvGrpSpPr>
          <p:grpSpPr>
            <a:xfrm>
              <a:off x="-6475" y="4609669"/>
              <a:ext cx="9250200" cy="547540"/>
              <a:chOff x="-6475" y="4167900"/>
              <a:chExt cx="9250200" cy="988875"/>
            </a:xfrm>
          </p:grpSpPr>
          <p:cxnSp>
            <p:nvCxnSpPr>
              <p:cNvPr id="2623" name="Google Shape;2623;p72"/>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624" name="Google Shape;2624;p72"/>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625" name="Google Shape;2625;p72"/>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626" name="Google Shape;2626;p72"/>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627" name="Google Shape;2627;p72"/>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628" name="Google Shape;2628;p72"/>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629" name="Google Shape;2629;p72"/>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630" name="Google Shape;2630;p72"/>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631" name="Google Shape;2631;p72"/>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632" name="Google Shape;2632;p72"/>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633" name="Google Shape;2633;p72"/>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634" name="Google Shape;2634;p72"/>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635" name="Google Shape;2635;p72"/>
          <p:cNvSpPr txBox="1"/>
          <p:nvPr>
            <p:ph type="title"/>
          </p:nvPr>
        </p:nvSpPr>
        <p:spPr>
          <a:xfrm>
            <a:off x="840925" y="3176488"/>
            <a:ext cx="7204500" cy="5319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27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2636" name="Google Shape;2636;p72"/>
          <p:cNvSpPr txBox="1"/>
          <p:nvPr>
            <p:ph idx="1" type="subTitle"/>
          </p:nvPr>
        </p:nvSpPr>
        <p:spPr>
          <a:xfrm>
            <a:off x="840925" y="1435113"/>
            <a:ext cx="7204500" cy="14784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3000"/>
              <a:buNone/>
              <a:defRPr sz="35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grpSp>
        <p:nvGrpSpPr>
          <p:cNvPr id="2637" name="Google Shape;2637;p72"/>
          <p:cNvGrpSpPr/>
          <p:nvPr/>
        </p:nvGrpSpPr>
        <p:grpSpPr>
          <a:xfrm>
            <a:off x="-53354" y="-190278"/>
            <a:ext cx="9276145" cy="5361970"/>
            <a:chOff x="-53354" y="-190278"/>
            <a:chExt cx="9276145" cy="5361970"/>
          </a:xfrm>
        </p:grpSpPr>
        <p:sp>
          <p:nvSpPr>
            <p:cNvPr id="2638" name="Google Shape;2638;p72"/>
            <p:cNvSpPr/>
            <p:nvPr/>
          </p:nvSpPr>
          <p:spPr>
            <a:xfrm rot="1771310">
              <a:off x="10100" y="13667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72"/>
            <p:cNvSpPr/>
            <p:nvPr/>
          </p:nvSpPr>
          <p:spPr>
            <a:xfrm rot="1771310">
              <a:off x="8809400" y="22764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72"/>
            <p:cNvSpPr/>
            <p:nvPr/>
          </p:nvSpPr>
          <p:spPr>
            <a:xfrm rot="1771310">
              <a:off x="7064750" y="-126762"/>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72"/>
            <p:cNvSpPr/>
            <p:nvPr/>
          </p:nvSpPr>
          <p:spPr>
            <a:xfrm rot="1771310">
              <a:off x="776675" y="47583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642" name="Shape 2642"/>
        <p:cNvGrpSpPr/>
        <p:nvPr/>
      </p:nvGrpSpPr>
      <p:grpSpPr>
        <a:xfrm>
          <a:off x="0" y="0"/>
          <a:ext cx="0" cy="0"/>
          <a:chOff x="0" y="0"/>
          <a:chExt cx="0" cy="0"/>
        </a:xfrm>
      </p:grpSpPr>
      <p:grpSp>
        <p:nvGrpSpPr>
          <p:cNvPr id="2643" name="Google Shape;2643;p73"/>
          <p:cNvGrpSpPr/>
          <p:nvPr/>
        </p:nvGrpSpPr>
        <p:grpSpPr>
          <a:xfrm>
            <a:off x="-6475" y="2927242"/>
            <a:ext cx="9250200" cy="2229968"/>
            <a:chOff x="-6475" y="2927242"/>
            <a:chExt cx="9250200" cy="2229968"/>
          </a:xfrm>
        </p:grpSpPr>
        <p:grpSp>
          <p:nvGrpSpPr>
            <p:cNvPr id="2644" name="Google Shape;2644;p73"/>
            <p:cNvGrpSpPr/>
            <p:nvPr/>
          </p:nvGrpSpPr>
          <p:grpSpPr>
            <a:xfrm>
              <a:off x="-6475" y="2927242"/>
              <a:ext cx="3303413" cy="1672406"/>
              <a:chOff x="-6475" y="2302000"/>
              <a:chExt cx="3303413" cy="1865900"/>
            </a:xfrm>
          </p:grpSpPr>
          <p:sp>
            <p:nvSpPr>
              <p:cNvPr id="2645" name="Google Shape;2645;p73"/>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73"/>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73"/>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73"/>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73"/>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73"/>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73"/>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73"/>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53" name="Google Shape;2653;p73"/>
            <p:cNvGrpSpPr/>
            <p:nvPr/>
          </p:nvGrpSpPr>
          <p:grpSpPr>
            <a:xfrm>
              <a:off x="-6475" y="4609669"/>
              <a:ext cx="9250200" cy="547540"/>
              <a:chOff x="-6475" y="4167900"/>
              <a:chExt cx="9250200" cy="988875"/>
            </a:xfrm>
          </p:grpSpPr>
          <p:cxnSp>
            <p:nvCxnSpPr>
              <p:cNvPr id="2654" name="Google Shape;2654;p73"/>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655" name="Google Shape;2655;p73"/>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656" name="Google Shape;2656;p73"/>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657" name="Google Shape;2657;p73"/>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658" name="Google Shape;2658;p73"/>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659" name="Google Shape;2659;p73"/>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660" name="Google Shape;2660;p73"/>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661" name="Google Shape;2661;p73"/>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662" name="Google Shape;2662;p73"/>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663" name="Google Shape;2663;p73"/>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664" name="Google Shape;2664;p73"/>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665" name="Google Shape;2665;p73"/>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666" name="Google Shape;2666;p73"/>
          <p:cNvSpPr txBox="1"/>
          <p:nvPr>
            <p:ph type="title"/>
          </p:nvPr>
        </p:nvSpPr>
        <p:spPr>
          <a:xfrm>
            <a:off x="713225" y="1043852"/>
            <a:ext cx="3478800" cy="1823400"/>
          </a:xfrm>
          <a:prstGeom prst="rect">
            <a:avLst/>
          </a:prstGeom>
        </p:spPr>
        <p:txBody>
          <a:bodyPr anchorCtr="0" anchor="b"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667" name="Google Shape;2667;p73"/>
          <p:cNvSpPr txBox="1"/>
          <p:nvPr>
            <p:ph idx="1" type="subTitle"/>
          </p:nvPr>
        </p:nvSpPr>
        <p:spPr>
          <a:xfrm>
            <a:off x="713225" y="2839648"/>
            <a:ext cx="3478800" cy="802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668" name="Google Shape;2668;p73"/>
          <p:cNvGrpSpPr/>
          <p:nvPr/>
        </p:nvGrpSpPr>
        <p:grpSpPr>
          <a:xfrm>
            <a:off x="145521" y="111172"/>
            <a:ext cx="8865220" cy="3470620"/>
            <a:chOff x="145521" y="111172"/>
            <a:chExt cx="8865220" cy="3470620"/>
          </a:xfrm>
        </p:grpSpPr>
        <p:sp>
          <p:nvSpPr>
            <p:cNvPr id="2669" name="Google Shape;2669;p73"/>
            <p:cNvSpPr/>
            <p:nvPr/>
          </p:nvSpPr>
          <p:spPr>
            <a:xfrm rot="1771310">
              <a:off x="8597350" y="170913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73"/>
            <p:cNvSpPr/>
            <p:nvPr/>
          </p:nvSpPr>
          <p:spPr>
            <a:xfrm rot="1771310">
              <a:off x="208975" y="31684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73"/>
            <p:cNvSpPr/>
            <p:nvPr/>
          </p:nvSpPr>
          <p:spPr>
            <a:xfrm rot="1771310">
              <a:off x="1568275" y="1746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672" name="Shape 2672"/>
        <p:cNvGrpSpPr/>
        <p:nvPr/>
      </p:nvGrpSpPr>
      <p:grpSpPr>
        <a:xfrm>
          <a:off x="0" y="0"/>
          <a:ext cx="0" cy="0"/>
          <a:chOff x="0" y="0"/>
          <a:chExt cx="0" cy="0"/>
        </a:xfrm>
      </p:grpSpPr>
      <p:grpSp>
        <p:nvGrpSpPr>
          <p:cNvPr id="2673" name="Google Shape;2673;p74"/>
          <p:cNvGrpSpPr/>
          <p:nvPr/>
        </p:nvGrpSpPr>
        <p:grpSpPr>
          <a:xfrm>
            <a:off x="-6475" y="2927242"/>
            <a:ext cx="9250200" cy="2229968"/>
            <a:chOff x="-6475" y="2927242"/>
            <a:chExt cx="9250200" cy="2229968"/>
          </a:xfrm>
        </p:grpSpPr>
        <p:grpSp>
          <p:nvGrpSpPr>
            <p:cNvPr id="2674" name="Google Shape;2674;p74"/>
            <p:cNvGrpSpPr/>
            <p:nvPr/>
          </p:nvGrpSpPr>
          <p:grpSpPr>
            <a:xfrm flipH="1">
              <a:off x="5831182" y="2927242"/>
              <a:ext cx="3303413" cy="1672406"/>
              <a:chOff x="-6475" y="2302000"/>
              <a:chExt cx="3303413" cy="1865900"/>
            </a:xfrm>
          </p:grpSpPr>
          <p:sp>
            <p:nvSpPr>
              <p:cNvPr id="2675" name="Google Shape;2675;p74"/>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74"/>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74"/>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74"/>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74"/>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74"/>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74"/>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74"/>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83" name="Google Shape;2683;p74"/>
            <p:cNvGrpSpPr/>
            <p:nvPr/>
          </p:nvGrpSpPr>
          <p:grpSpPr>
            <a:xfrm>
              <a:off x="-6475" y="2927242"/>
              <a:ext cx="3303413" cy="1672406"/>
              <a:chOff x="-6475" y="2302000"/>
              <a:chExt cx="3303413" cy="1865900"/>
            </a:xfrm>
          </p:grpSpPr>
          <p:sp>
            <p:nvSpPr>
              <p:cNvPr id="2684" name="Google Shape;2684;p74"/>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74"/>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74"/>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74"/>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74"/>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74"/>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74"/>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74"/>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92" name="Google Shape;2692;p74"/>
            <p:cNvGrpSpPr/>
            <p:nvPr/>
          </p:nvGrpSpPr>
          <p:grpSpPr>
            <a:xfrm>
              <a:off x="-6475" y="4609669"/>
              <a:ext cx="9250200" cy="547540"/>
              <a:chOff x="-6475" y="4167900"/>
              <a:chExt cx="9250200" cy="988875"/>
            </a:xfrm>
          </p:grpSpPr>
          <p:cxnSp>
            <p:nvCxnSpPr>
              <p:cNvPr id="2693" name="Google Shape;2693;p74"/>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694" name="Google Shape;2694;p74"/>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695" name="Google Shape;2695;p74"/>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696" name="Google Shape;2696;p74"/>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697" name="Google Shape;2697;p74"/>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698" name="Google Shape;2698;p74"/>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699" name="Google Shape;2699;p74"/>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700" name="Google Shape;2700;p74"/>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701" name="Google Shape;2701;p74"/>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702" name="Google Shape;2702;p74"/>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703" name="Google Shape;2703;p74"/>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704" name="Google Shape;2704;p74"/>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705" name="Google Shape;2705;p74"/>
          <p:cNvSpPr txBox="1"/>
          <p:nvPr>
            <p:ph type="title"/>
          </p:nvPr>
        </p:nvSpPr>
        <p:spPr>
          <a:xfrm>
            <a:off x="713225" y="1915375"/>
            <a:ext cx="3378000" cy="6912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06" name="Google Shape;2706;p74"/>
          <p:cNvSpPr txBox="1"/>
          <p:nvPr>
            <p:ph idx="1" type="subTitle"/>
          </p:nvPr>
        </p:nvSpPr>
        <p:spPr>
          <a:xfrm>
            <a:off x="713225" y="2606575"/>
            <a:ext cx="3378000" cy="819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707" name="Google Shape;2707;p74"/>
          <p:cNvGrpSpPr/>
          <p:nvPr/>
        </p:nvGrpSpPr>
        <p:grpSpPr>
          <a:xfrm>
            <a:off x="120146" y="181297"/>
            <a:ext cx="6870870" cy="4814470"/>
            <a:chOff x="120146" y="181297"/>
            <a:chExt cx="6870870" cy="4814470"/>
          </a:xfrm>
        </p:grpSpPr>
        <p:grpSp>
          <p:nvGrpSpPr>
            <p:cNvPr id="2708" name="Google Shape;2708;p74"/>
            <p:cNvGrpSpPr/>
            <p:nvPr/>
          </p:nvGrpSpPr>
          <p:grpSpPr>
            <a:xfrm>
              <a:off x="120146" y="181297"/>
              <a:ext cx="6870870" cy="4814470"/>
              <a:chOff x="120146" y="181297"/>
              <a:chExt cx="6870870" cy="4814470"/>
            </a:xfrm>
          </p:grpSpPr>
          <p:sp>
            <p:nvSpPr>
              <p:cNvPr id="2709" name="Google Shape;2709;p74"/>
              <p:cNvSpPr/>
              <p:nvPr/>
            </p:nvSpPr>
            <p:spPr>
              <a:xfrm rot="1771310">
                <a:off x="6577625" y="2448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74"/>
              <p:cNvSpPr/>
              <p:nvPr/>
            </p:nvSpPr>
            <p:spPr>
              <a:xfrm rot="1771310">
                <a:off x="183600" y="12942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74"/>
              <p:cNvSpPr/>
              <p:nvPr/>
            </p:nvSpPr>
            <p:spPr>
              <a:xfrm rot="1771310">
                <a:off x="3735325" y="458243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2" name="Google Shape;2712;p74"/>
            <p:cNvGrpSpPr/>
            <p:nvPr/>
          </p:nvGrpSpPr>
          <p:grpSpPr>
            <a:xfrm>
              <a:off x="2247385" y="281314"/>
              <a:ext cx="745978" cy="516368"/>
              <a:chOff x="3917850" y="-2722083"/>
              <a:chExt cx="1171264" cy="810752"/>
            </a:xfrm>
          </p:grpSpPr>
          <p:sp>
            <p:nvSpPr>
              <p:cNvPr id="2713" name="Google Shape;2713;p74"/>
              <p:cNvSpPr/>
              <p:nvPr/>
            </p:nvSpPr>
            <p:spPr>
              <a:xfrm>
                <a:off x="3917850" y="-2519395"/>
                <a:ext cx="468064" cy="405392"/>
              </a:xfrm>
              <a:custGeom>
                <a:rect b="b" l="l" r="r" t="t"/>
                <a:pathLst>
                  <a:path extrusionOk="0" fill="none" h="25337" w="29254">
                    <a:moveTo>
                      <a:pt x="21942" y="0"/>
                    </a:moveTo>
                    <a:lnTo>
                      <a:pt x="7314" y="0"/>
                    </a:lnTo>
                    <a:lnTo>
                      <a:pt x="0" y="12668"/>
                    </a:lnTo>
                    <a:lnTo>
                      <a:pt x="7314" y="25336"/>
                    </a:lnTo>
                    <a:lnTo>
                      <a:pt x="21942"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74"/>
              <p:cNvSpPr/>
              <p:nvPr/>
            </p:nvSpPr>
            <p:spPr>
              <a:xfrm>
                <a:off x="4621050" y="-2519395"/>
                <a:ext cx="468064" cy="405392"/>
              </a:xfrm>
              <a:custGeom>
                <a:rect b="b" l="l" r="r" t="t"/>
                <a:pathLst>
                  <a:path extrusionOk="0" fill="none" h="25337" w="29254">
                    <a:moveTo>
                      <a:pt x="21940" y="0"/>
                    </a:moveTo>
                    <a:lnTo>
                      <a:pt x="7314" y="0"/>
                    </a:lnTo>
                    <a:lnTo>
                      <a:pt x="0" y="12668"/>
                    </a:lnTo>
                    <a:lnTo>
                      <a:pt x="7314" y="25336"/>
                    </a:lnTo>
                    <a:lnTo>
                      <a:pt x="21940"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74"/>
              <p:cNvSpPr/>
              <p:nvPr/>
            </p:nvSpPr>
            <p:spPr>
              <a:xfrm>
                <a:off x="4269322" y="-2722083"/>
                <a:ext cx="468096" cy="405392"/>
              </a:xfrm>
              <a:custGeom>
                <a:rect b="b" l="l" r="r" t="t"/>
                <a:pathLst>
                  <a:path extrusionOk="0" fill="none" h="25337" w="29256">
                    <a:moveTo>
                      <a:pt x="21942" y="1"/>
                    </a:moveTo>
                    <a:lnTo>
                      <a:pt x="7314" y="1"/>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74"/>
              <p:cNvSpPr/>
              <p:nvPr/>
            </p:nvSpPr>
            <p:spPr>
              <a:xfrm>
                <a:off x="4269322" y="-2316707"/>
                <a:ext cx="468096" cy="405376"/>
              </a:xfrm>
              <a:custGeom>
                <a:rect b="b" l="l" r="r" t="t"/>
                <a:pathLst>
                  <a:path extrusionOk="0" fill="none" h="25336" w="29256">
                    <a:moveTo>
                      <a:pt x="21942" y="0"/>
                    </a:moveTo>
                    <a:lnTo>
                      <a:pt x="7314" y="0"/>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717" name="Shape 2717"/>
        <p:cNvGrpSpPr/>
        <p:nvPr/>
      </p:nvGrpSpPr>
      <p:grpSpPr>
        <a:xfrm>
          <a:off x="0" y="0"/>
          <a:ext cx="0" cy="0"/>
          <a:chOff x="0" y="0"/>
          <a:chExt cx="0" cy="0"/>
        </a:xfrm>
      </p:grpSpPr>
      <p:grpSp>
        <p:nvGrpSpPr>
          <p:cNvPr id="2718" name="Google Shape;2718;p75"/>
          <p:cNvGrpSpPr/>
          <p:nvPr/>
        </p:nvGrpSpPr>
        <p:grpSpPr>
          <a:xfrm>
            <a:off x="-6475" y="2927242"/>
            <a:ext cx="9250200" cy="2229968"/>
            <a:chOff x="-6475" y="2927242"/>
            <a:chExt cx="9250200" cy="2229968"/>
          </a:xfrm>
        </p:grpSpPr>
        <p:grpSp>
          <p:nvGrpSpPr>
            <p:cNvPr id="2719" name="Google Shape;2719;p75"/>
            <p:cNvGrpSpPr/>
            <p:nvPr/>
          </p:nvGrpSpPr>
          <p:grpSpPr>
            <a:xfrm flipH="1">
              <a:off x="5831182" y="2927242"/>
              <a:ext cx="3303413" cy="1672406"/>
              <a:chOff x="-6475" y="2302000"/>
              <a:chExt cx="3303413" cy="1865900"/>
            </a:xfrm>
          </p:grpSpPr>
          <p:sp>
            <p:nvSpPr>
              <p:cNvPr id="2720" name="Google Shape;2720;p75"/>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75"/>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75"/>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75"/>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75"/>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75"/>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75"/>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75"/>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28" name="Google Shape;2728;p75"/>
            <p:cNvGrpSpPr/>
            <p:nvPr/>
          </p:nvGrpSpPr>
          <p:grpSpPr>
            <a:xfrm>
              <a:off x="-6475" y="2927242"/>
              <a:ext cx="3303413" cy="1672406"/>
              <a:chOff x="-6475" y="2302000"/>
              <a:chExt cx="3303413" cy="1865900"/>
            </a:xfrm>
          </p:grpSpPr>
          <p:sp>
            <p:nvSpPr>
              <p:cNvPr id="2729" name="Google Shape;2729;p75"/>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75"/>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75"/>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75"/>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75"/>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75"/>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75"/>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75"/>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7" name="Google Shape;2737;p75"/>
            <p:cNvGrpSpPr/>
            <p:nvPr/>
          </p:nvGrpSpPr>
          <p:grpSpPr>
            <a:xfrm>
              <a:off x="-6475" y="4609669"/>
              <a:ext cx="9250200" cy="547540"/>
              <a:chOff x="-6475" y="4167900"/>
              <a:chExt cx="9250200" cy="988875"/>
            </a:xfrm>
          </p:grpSpPr>
          <p:cxnSp>
            <p:nvCxnSpPr>
              <p:cNvPr id="2738" name="Google Shape;2738;p75"/>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739" name="Google Shape;2739;p75"/>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740" name="Google Shape;2740;p75"/>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741" name="Google Shape;2741;p75"/>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742" name="Google Shape;2742;p75"/>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743" name="Google Shape;2743;p75"/>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744" name="Google Shape;2744;p75"/>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745" name="Google Shape;2745;p75"/>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746" name="Google Shape;2746;p75"/>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747" name="Google Shape;2747;p75"/>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748" name="Google Shape;2748;p75"/>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749" name="Google Shape;2749;p75"/>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750" name="Google Shape;2750;p75"/>
          <p:cNvSpPr txBox="1"/>
          <p:nvPr>
            <p:ph type="title"/>
          </p:nvPr>
        </p:nvSpPr>
        <p:spPr>
          <a:xfrm>
            <a:off x="4895672" y="1915375"/>
            <a:ext cx="3534900" cy="572700"/>
          </a:xfrm>
          <a:prstGeom prst="rect">
            <a:avLst/>
          </a:prstGeom>
        </p:spPr>
        <p:txBody>
          <a:bodyPr anchorCtr="0" anchor="t" bIns="91425" lIns="91425" spcFirstLastPara="1" rIns="91425" wrap="square" tIns="91425">
            <a:noAutofit/>
          </a:bodyPr>
          <a:lstStyle>
            <a:lvl1pPr lvl="0" algn="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51" name="Google Shape;2751;p75"/>
          <p:cNvSpPr txBox="1"/>
          <p:nvPr>
            <p:ph idx="1" type="subTitle"/>
          </p:nvPr>
        </p:nvSpPr>
        <p:spPr>
          <a:xfrm>
            <a:off x="4895840" y="2488075"/>
            <a:ext cx="3534900" cy="1080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752" name="Shape 2752"/>
        <p:cNvGrpSpPr/>
        <p:nvPr/>
      </p:nvGrpSpPr>
      <p:grpSpPr>
        <a:xfrm>
          <a:off x="0" y="0"/>
          <a:ext cx="0" cy="0"/>
          <a:chOff x="0" y="0"/>
          <a:chExt cx="0" cy="0"/>
        </a:xfrm>
      </p:grpSpPr>
      <p:grpSp>
        <p:nvGrpSpPr>
          <p:cNvPr id="2753" name="Google Shape;2753;p76"/>
          <p:cNvGrpSpPr/>
          <p:nvPr/>
        </p:nvGrpSpPr>
        <p:grpSpPr>
          <a:xfrm>
            <a:off x="-6475" y="2927242"/>
            <a:ext cx="9250200" cy="2229968"/>
            <a:chOff x="-6475" y="2927242"/>
            <a:chExt cx="9250200" cy="2229968"/>
          </a:xfrm>
        </p:grpSpPr>
        <p:grpSp>
          <p:nvGrpSpPr>
            <p:cNvPr id="2754" name="Google Shape;2754;p76"/>
            <p:cNvGrpSpPr/>
            <p:nvPr/>
          </p:nvGrpSpPr>
          <p:grpSpPr>
            <a:xfrm flipH="1">
              <a:off x="5831182" y="2927242"/>
              <a:ext cx="3303413" cy="1672406"/>
              <a:chOff x="-6475" y="2302000"/>
              <a:chExt cx="3303413" cy="1865900"/>
            </a:xfrm>
          </p:grpSpPr>
          <p:sp>
            <p:nvSpPr>
              <p:cNvPr id="2755" name="Google Shape;2755;p76"/>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76"/>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76"/>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76"/>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76"/>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76"/>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76"/>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76"/>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3" name="Google Shape;2763;p76"/>
            <p:cNvGrpSpPr/>
            <p:nvPr/>
          </p:nvGrpSpPr>
          <p:grpSpPr>
            <a:xfrm>
              <a:off x="-6475" y="2927242"/>
              <a:ext cx="3303413" cy="1672406"/>
              <a:chOff x="-6475" y="2302000"/>
              <a:chExt cx="3303413" cy="1865900"/>
            </a:xfrm>
          </p:grpSpPr>
          <p:sp>
            <p:nvSpPr>
              <p:cNvPr id="2764" name="Google Shape;2764;p76"/>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76"/>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76"/>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76"/>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76"/>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76"/>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76"/>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76"/>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72" name="Google Shape;2772;p76"/>
            <p:cNvGrpSpPr/>
            <p:nvPr/>
          </p:nvGrpSpPr>
          <p:grpSpPr>
            <a:xfrm>
              <a:off x="-6475" y="4609669"/>
              <a:ext cx="9250200" cy="547540"/>
              <a:chOff x="-6475" y="4167900"/>
              <a:chExt cx="9250200" cy="988875"/>
            </a:xfrm>
          </p:grpSpPr>
          <p:cxnSp>
            <p:nvCxnSpPr>
              <p:cNvPr id="2773" name="Google Shape;2773;p76"/>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774" name="Google Shape;2774;p76"/>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775" name="Google Shape;2775;p76"/>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776" name="Google Shape;2776;p76"/>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777" name="Google Shape;2777;p76"/>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778" name="Google Shape;2778;p76"/>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779" name="Google Shape;2779;p76"/>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780" name="Google Shape;2780;p76"/>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781" name="Google Shape;2781;p76"/>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782" name="Google Shape;2782;p76"/>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783" name="Google Shape;2783;p76"/>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784" name="Google Shape;2784;p76"/>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grpSp>
        <p:nvGrpSpPr>
          <p:cNvPr id="2785" name="Google Shape;2785;p76"/>
          <p:cNvGrpSpPr/>
          <p:nvPr/>
        </p:nvGrpSpPr>
        <p:grpSpPr>
          <a:xfrm>
            <a:off x="-155204" y="-3"/>
            <a:ext cx="9530395" cy="3591153"/>
            <a:chOff x="-155204" y="-3"/>
            <a:chExt cx="9530395" cy="3591153"/>
          </a:xfrm>
        </p:grpSpPr>
        <p:sp>
          <p:nvSpPr>
            <p:cNvPr id="2786" name="Google Shape;2786;p76"/>
            <p:cNvSpPr/>
            <p:nvPr/>
          </p:nvSpPr>
          <p:spPr>
            <a:xfrm rot="1771310">
              <a:off x="6451550" y="635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76"/>
            <p:cNvSpPr/>
            <p:nvPr/>
          </p:nvSpPr>
          <p:spPr>
            <a:xfrm rot="1771310">
              <a:off x="8961800" y="12910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76"/>
            <p:cNvSpPr/>
            <p:nvPr/>
          </p:nvSpPr>
          <p:spPr>
            <a:xfrm rot="1771310">
              <a:off x="-91750" y="2316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89" name="Google Shape;2789;p76"/>
            <p:cNvPicPr preferRelativeResize="0"/>
            <p:nvPr/>
          </p:nvPicPr>
          <p:blipFill rotWithShape="1">
            <a:blip r:embed="rId2">
              <a:alphaModFix/>
            </a:blip>
            <a:srcRect b="12546" l="28959" r="12546" t="12546"/>
            <a:stretch/>
          </p:blipFill>
          <p:spPr>
            <a:xfrm rot="10800000">
              <a:off x="-13426" y="2994602"/>
              <a:ext cx="726651" cy="596548"/>
            </a:xfrm>
            <a:prstGeom prst="rect">
              <a:avLst/>
            </a:prstGeom>
            <a:noFill/>
            <a:ln>
              <a:noFill/>
            </a:ln>
          </p:spPr>
        </p:pic>
      </p:grpSp>
      <p:sp>
        <p:nvSpPr>
          <p:cNvPr id="2790" name="Google Shape;2790;p7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91" name="Google Shape;2791;p76"/>
          <p:cNvSpPr txBox="1"/>
          <p:nvPr>
            <p:ph idx="1" type="subTitle"/>
          </p:nvPr>
        </p:nvSpPr>
        <p:spPr>
          <a:xfrm>
            <a:off x="2681302" y="3387506"/>
            <a:ext cx="5060700" cy="5334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92" name="Google Shape;2792;p76"/>
          <p:cNvSpPr txBox="1"/>
          <p:nvPr>
            <p:ph idx="2" type="subTitle"/>
          </p:nvPr>
        </p:nvSpPr>
        <p:spPr>
          <a:xfrm>
            <a:off x="1401998" y="1912906"/>
            <a:ext cx="5060700" cy="533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93" name="Google Shape;2793;p76"/>
          <p:cNvSpPr txBox="1"/>
          <p:nvPr>
            <p:ph idx="3" type="subTitle"/>
          </p:nvPr>
        </p:nvSpPr>
        <p:spPr>
          <a:xfrm>
            <a:off x="2681297" y="2994600"/>
            <a:ext cx="5060700" cy="533400"/>
          </a:xfrm>
          <a:prstGeom prst="rect">
            <a:avLst/>
          </a:prstGeom>
        </p:spPr>
        <p:txBody>
          <a:bodyPr anchorCtr="0" anchor="b" bIns="91425" lIns="91425" spcFirstLastPara="1" rIns="91425" wrap="square" tIns="91425">
            <a:noAutofit/>
          </a:bodyPr>
          <a:lstStyle>
            <a:lvl1pPr lvl="0" algn="r">
              <a:lnSpc>
                <a:spcPct val="100000"/>
              </a:lnSpc>
              <a:spcBef>
                <a:spcPts val="0"/>
              </a:spcBef>
              <a:spcAft>
                <a:spcPts val="0"/>
              </a:spcAft>
              <a:buSzPts val="14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1400"/>
              <a:buFont typeface="Secular One"/>
              <a:buNone/>
              <a:defRPr>
                <a:latin typeface="Secular One"/>
                <a:ea typeface="Secular One"/>
                <a:cs typeface="Secular One"/>
                <a:sym typeface="Secular One"/>
              </a:defRPr>
            </a:lvl2pPr>
            <a:lvl3pPr lvl="2" algn="ctr">
              <a:lnSpc>
                <a:spcPct val="100000"/>
              </a:lnSpc>
              <a:spcBef>
                <a:spcPts val="0"/>
              </a:spcBef>
              <a:spcAft>
                <a:spcPts val="0"/>
              </a:spcAft>
              <a:buSzPts val="1400"/>
              <a:buFont typeface="Secular One"/>
              <a:buNone/>
              <a:defRPr>
                <a:latin typeface="Secular One"/>
                <a:ea typeface="Secular One"/>
                <a:cs typeface="Secular One"/>
                <a:sym typeface="Secular One"/>
              </a:defRPr>
            </a:lvl3pPr>
            <a:lvl4pPr lvl="3" algn="ctr">
              <a:lnSpc>
                <a:spcPct val="100000"/>
              </a:lnSpc>
              <a:spcBef>
                <a:spcPts val="0"/>
              </a:spcBef>
              <a:spcAft>
                <a:spcPts val="0"/>
              </a:spcAft>
              <a:buSzPts val="1400"/>
              <a:buFont typeface="Secular One"/>
              <a:buNone/>
              <a:defRPr>
                <a:latin typeface="Secular One"/>
                <a:ea typeface="Secular One"/>
                <a:cs typeface="Secular One"/>
                <a:sym typeface="Secular One"/>
              </a:defRPr>
            </a:lvl4pPr>
            <a:lvl5pPr lvl="4" algn="ctr">
              <a:lnSpc>
                <a:spcPct val="100000"/>
              </a:lnSpc>
              <a:spcBef>
                <a:spcPts val="0"/>
              </a:spcBef>
              <a:spcAft>
                <a:spcPts val="0"/>
              </a:spcAft>
              <a:buSzPts val="1400"/>
              <a:buFont typeface="Secular One"/>
              <a:buNone/>
              <a:defRPr>
                <a:latin typeface="Secular One"/>
                <a:ea typeface="Secular One"/>
                <a:cs typeface="Secular One"/>
                <a:sym typeface="Secular One"/>
              </a:defRPr>
            </a:lvl5pPr>
            <a:lvl6pPr lvl="5" algn="ctr">
              <a:lnSpc>
                <a:spcPct val="100000"/>
              </a:lnSpc>
              <a:spcBef>
                <a:spcPts val="0"/>
              </a:spcBef>
              <a:spcAft>
                <a:spcPts val="0"/>
              </a:spcAft>
              <a:buSzPts val="1400"/>
              <a:buFont typeface="Secular One"/>
              <a:buNone/>
              <a:defRPr>
                <a:latin typeface="Secular One"/>
                <a:ea typeface="Secular One"/>
                <a:cs typeface="Secular One"/>
                <a:sym typeface="Secular One"/>
              </a:defRPr>
            </a:lvl6pPr>
            <a:lvl7pPr lvl="6" algn="ctr">
              <a:lnSpc>
                <a:spcPct val="100000"/>
              </a:lnSpc>
              <a:spcBef>
                <a:spcPts val="0"/>
              </a:spcBef>
              <a:spcAft>
                <a:spcPts val="0"/>
              </a:spcAft>
              <a:buSzPts val="1400"/>
              <a:buFont typeface="Secular One"/>
              <a:buNone/>
              <a:defRPr>
                <a:latin typeface="Secular One"/>
                <a:ea typeface="Secular One"/>
                <a:cs typeface="Secular One"/>
                <a:sym typeface="Secular One"/>
              </a:defRPr>
            </a:lvl7pPr>
            <a:lvl8pPr lvl="7" algn="ctr">
              <a:lnSpc>
                <a:spcPct val="100000"/>
              </a:lnSpc>
              <a:spcBef>
                <a:spcPts val="0"/>
              </a:spcBef>
              <a:spcAft>
                <a:spcPts val="0"/>
              </a:spcAft>
              <a:buSzPts val="1400"/>
              <a:buFont typeface="Secular One"/>
              <a:buNone/>
              <a:defRPr>
                <a:latin typeface="Secular One"/>
                <a:ea typeface="Secular One"/>
                <a:cs typeface="Secular One"/>
                <a:sym typeface="Secular One"/>
              </a:defRPr>
            </a:lvl8pPr>
            <a:lvl9pPr lvl="8" algn="ctr">
              <a:lnSpc>
                <a:spcPct val="100000"/>
              </a:lnSpc>
              <a:spcBef>
                <a:spcPts val="0"/>
              </a:spcBef>
              <a:spcAft>
                <a:spcPts val="0"/>
              </a:spcAft>
              <a:buSzPts val="1400"/>
              <a:buFont typeface="Secular One"/>
              <a:buNone/>
              <a:defRPr>
                <a:latin typeface="Secular One"/>
                <a:ea typeface="Secular One"/>
                <a:cs typeface="Secular One"/>
                <a:sym typeface="Secular One"/>
              </a:defRPr>
            </a:lvl9pPr>
          </a:lstStyle>
          <a:p/>
        </p:txBody>
      </p:sp>
      <p:sp>
        <p:nvSpPr>
          <p:cNvPr id="2794" name="Google Shape;2794;p76"/>
          <p:cNvSpPr txBox="1"/>
          <p:nvPr>
            <p:ph idx="4" type="subTitle"/>
          </p:nvPr>
        </p:nvSpPr>
        <p:spPr>
          <a:xfrm>
            <a:off x="1401998" y="1519988"/>
            <a:ext cx="5060700" cy="5334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14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1400"/>
              <a:buFont typeface="Secular One"/>
              <a:buNone/>
              <a:defRPr>
                <a:latin typeface="Secular One"/>
                <a:ea typeface="Secular One"/>
                <a:cs typeface="Secular One"/>
                <a:sym typeface="Secular One"/>
              </a:defRPr>
            </a:lvl2pPr>
            <a:lvl3pPr lvl="2" algn="ctr">
              <a:lnSpc>
                <a:spcPct val="100000"/>
              </a:lnSpc>
              <a:spcBef>
                <a:spcPts val="0"/>
              </a:spcBef>
              <a:spcAft>
                <a:spcPts val="0"/>
              </a:spcAft>
              <a:buSzPts val="1400"/>
              <a:buFont typeface="Secular One"/>
              <a:buNone/>
              <a:defRPr>
                <a:latin typeface="Secular One"/>
                <a:ea typeface="Secular One"/>
                <a:cs typeface="Secular One"/>
                <a:sym typeface="Secular One"/>
              </a:defRPr>
            </a:lvl3pPr>
            <a:lvl4pPr lvl="3" algn="ctr">
              <a:lnSpc>
                <a:spcPct val="100000"/>
              </a:lnSpc>
              <a:spcBef>
                <a:spcPts val="0"/>
              </a:spcBef>
              <a:spcAft>
                <a:spcPts val="0"/>
              </a:spcAft>
              <a:buSzPts val="1400"/>
              <a:buFont typeface="Secular One"/>
              <a:buNone/>
              <a:defRPr>
                <a:latin typeface="Secular One"/>
                <a:ea typeface="Secular One"/>
                <a:cs typeface="Secular One"/>
                <a:sym typeface="Secular One"/>
              </a:defRPr>
            </a:lvl4pPr>
            <a:lvl5pPr lvl="4" algn="ctr">
              <a:lnSpc>
                <a:spcPct val="100000"/>
              </a:lnSpc>
              <a:spcBef>
                <a:spcPts val="0"/>
              </a:spcBef>
              <a:spcAft>
                <a:spcPts val="0"/>
              </a:spcAft>
              <a:buSzPts val="1400"/>
              <a:buFont typeface="Secular One"/>
              <a:buNone/>
              <a:defRPr>
                <a:latin typeface="Secular One"/>
                <a:ea typeface="Secular One"/>
                <a:cs typeface="Secular One"/>
                <a:sym typeface="Secular One"/>
              </a:defRPr>
            </a:lvl5pPr>
            <a:lvl6pPr lvl="5" algn="ctr">
              <a:lnSpc>
                <a:spcPct val="100000"/>
              </a:lnSpc>
              <a:spcBef>
                <a:spcPts val="0"/>
              </a:spcBef>
              <a:spcAft>
                <a:spcPts val="0"/>
              </a:spcAft>
              <a:buSzPts val="1400"/>
              <a:buFont typeface="Secular One"/>
              <a:buNone/>
              <a:defRPr>
                <a:latin typeface="Secular One"/>
                <a:ea typeface="Secular One"/>
                <a:cs typeface="Secular One"/>
                <a:sym typeface="Secular One"/>
              </a:defRPr>
            </a:lvl6pPr>
            <a:lvl7pPr lvl="6" algn="ctr">
              <a:lnSpc>
                <a:spcPct val="100000"/>
              </a:lnSpc>
              <a:spcBef>
                <a:spcPts val="0"/>
              </a:spcBef>
              <a:spcAft>
                <a:spcPts val="0"/>
              </a:spcAft>
              <a:buSzPts val="1400"/>
              <a:buFont typeface="Secular One"/>
              <a:buNone/>
              <a:defRPr>
                <a:latin typeface="Secular One"/>
                <a:ea typeface="Secular One"/>
                <a:cs typeface="Secular One"/>
                <a:sym typeface="Secular One"/>
              </a:defRPr>
            </a:lvl7pPr>
            <a:lvl8pPr lvl="7" algn="ctr">
              <a:lnSpc>
                <a:spcPct val="100000"/>
              </a:lnSpc>
              <a:spcBef>
                <a:spcPts val="0"/>
              </a:spcBef>
              <a:spcAft>
                <a:spcPts val="0"/>
              </a:spcAft>
              <a:buSzPts val="1400"/>
              <a:buFont typeface="Secular One"/>
              <a:buNone/>
              <a:defRPr>
                <a:latin typeface="Secular One"/>
                <a:ea typeface="Secular One"/>
                <a:cs typeface="Secular One"/>
                <a:sym typeface="Secular One"/>
              </a:defRPr>
            </a:lvl8pPr>
            <a:lvl9pPr lvl="8" algn="ctr">
              <a:lnSpc>
                <a:spcPct val="100000"/>
              </a:lnSpc>
              <a:spcBef>
                <a:spcPts val="0"/>
              </a:spcBef>
              <a:spcAft>
                <a:spcPts val="0"/>
              </a:spcAft>
              <a:buSzPts val="1400"/>
              <a:buFont typeface="Secular One"/>
              <a:buNone/>
              <a:defRPr>
                <a:latin typeface="Secular One"/>
                <a:ea typeface="Secular One"/>
                <a:cs typeface="Secular One"/>
                <a:sym typeface="Secular 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795" name="Shape 2795"/>
        <p:cNvGrpSpPr/>
        <p:nvPr/>
      </p:nvGrpSpPr>
      <p:grpSpPr>
        <a:xfrm>
          <a:off x="0" y="0"/>
          <a:ext cx="0" cy="0"/>
          <a:chOff x="0" y="0"/>
          <a:chExt cx="0" cy="0"/>
        </a:xfrm>
      </p:grpSpPr>
      <p:grpSp>
        <p:nvGrpSpPr>
          <p:cNvPr id="2796" name="Google Shape;2796;p77"/>
          <p:cNvGrpSpPr/>
          <p:nvPr/>
        </p:nvGrpSpPr>
        <p:grpSpPr>
          <a:xfrm>
            <a:off x="-6475" y="2927242"/>
            <a:ext cx="9250200" cy="2229968"/>
            <a:chOff x="-6475" y="2927242"/>
            <a:chExt cx="9250200" cy="2229968"/>
          </a:xfrm>
        </p:grpSpPr>
        <p:grpSp>
          <p:nvGrpSpPr>
            <p:cNvPr id="2797" name="Google Shape;2797;p77"/>
            <p:cNvGrpSpPr/>
            <p:nvPr/>
          </p:nvGrpSpPr>
          <p:grpSpPr>
            <a:xfrm flipH="1">
              <a:off x="5831182" y="2927242"/>
              <a:ext cx="3303413" cy="1672406"/>
              <a:chOff x="-6475" y="2302000"/>
              <a:chExt cx="3303413" cy="1865900"/>
            </a:xfrm>
          </p:grpSpPr>
          <p:sp>
            <p:nvSpPr>
              <p:cNvPr id="2798" name="Google Shape;2798;p77"/>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77"/>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77"/>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77"/>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77"/>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77"/>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77"/>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77"/>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6" name="Google Shape;2806;p77"/>
            <p:cNvGrpSpPr/>
            <p:nvPr/>
          </p:nvGrpSpPr>
          <p:grpSpPr>
            <a:xfrm>
              <a:off x="-6475" y="2927242"/>
              <a:ext cx="3303413" cy="1672406"/>
              <a:chOff x="-6475" y="2302000"/>
              <a:chExt cx="3303413" cy="1865900"/>
            </a:xfrm>
          </p:grpSpPr>
          <p:sp>
            <p:nvSpPr>
              <p:cNvPr id="2807" name="Google Shape;2807;p77"/>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77"/>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77"/>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77"/>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77"/>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77"/>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77"/>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77"/>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5" name="Google Shape;2815;p77"/>
            <p:cNvGrpSpPr/>
            <p:nvPr/>
          </p:nvGrpSpPr>
          <p:grpSpPr>
            <a:xfrm>
              <a:off x="-6475" y="4609669"/>
              <a:ext cx="9250200" cy="547540"/>
              <a:chOff x="-6475" y="4167900"/>
              <a:chExt cx="9250200" cy="988875"/>
            </a:xfrm>
          </p:grpSpPr>
          <p:cxnSp>
            <p:nvCxnSpPr>
              <p:cNvPr id="2816" name="Google Shape;2816;p77"/>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817" name="Google Shape;2817;p77"/>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818" name="Google Shape;2818;p77"/>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819" name="Google Shape;2819;p77"/>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820" name="Google Shape;2820;p77"/>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821" name="Google Shape;2821;p77"/>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822" name="Google Shape;2822;p77"/>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823" name="Google Shape;2823;p77"/>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824" name="Google Shape;2824;p77"/>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825" name="Google Shape;2825;p77"/>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826" name="Google Shape;2826;p77"/>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827" name="Google Shape;2827;p77"/>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828" name="Google Shape;2828;p7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829" name="Google Shape;2829;p77"/>
          <p:cNvSpPr txBox="1"/>
          <p:nvPr>
            <p:ph idx="1" type="subTitle"/>
          </p:nvPr>
        </p:nvSpPr>
        <p:spPr>
          <a:xfrm>
            <a:off x="4620465" y="1480000"/>
            <a:ext cx="3228900" cy="57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30" name="Google Shape;2830;p77"/>
          <p:cNvSpPr txBox="1"/>
          <p:nvPr>
            <p:ph idx="2" type="subTitle"/>
          </p:nvPr>
        </p:nvSpPr>
        <p:spPr>
          <a:xfrm>
            <a:off x="4620465" y="2478613"/>
            <a:ext cx="3228900" cy="57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31" name="Google Shape;2831;p77"/>
          <p:cNvSpPr txBox="1"/>
          <p:nvPr>
            <p:ph idx="3" type="subTitle"/>
          </p:nvPr>
        </p:nvSpPr>
        <p:spPr>
          <a:xfrm>
            <a:off x="4620465" y="3477225"/>
            <a:ext cx="3228900" cy="57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32" name="Google Shape;2832;p77"/>
          <p:cNvSpPr txBox="1"/>
          <p:nvPr>
            <p:ph idx="4" type="subTitle"/>
          </p:nvPr>
        </p:nvSpPr>
        <p:spPr>
          <a:xfrm>
            <a:off x="1481300" y="1480000"/>
            <a:ext cx="31392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2833" name="Google Shape;2833;p77"/>
          <p:cNvSpPr txBox="1"/>
          <p:nvPr>
            <p:ph idx="5" type="subTitle"/>
          </p:nvPr>
        </p:nvSpPr>
        <p:spPr>
          <a:xfrm>
            <a:off x="1481301" y="2478602"/>
            <a:ext cx="31392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2834" name="Google Shape;2834;p77"/>
          <p:cNvSpPr txBox="1"/>
          <p:nvPr>
            <p:ph idx="6" type="subTitle"/>
          </p:nvPr>
        </p:nvSpPr>
        <p:spPr>
          <a:xfrm>
            <a:off x="1481300" y="3477224"/>
            <a:ext cx="31392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grpSp>
        <p:nvGrpSpPr>
          <p:cNvPr id="2835" name="Google Shape;2835;p77"/>
          <p:cNvGrpSpPr/>
          <p:nvPr/>
        </p:nvGrpSpPr>
        <p:grpSpPr>
          <a:xfrm>
            <a:off x="323871" y="-84053"/>
            <a:ext cx="8668904" cy="5098353"/>
            <a:chOff x="323871" y="-84053"/>
            <a:chExt cx="8668904" cy="5098353"/>
          </a:xfrm>
        </p:grpSpPr>
        <p:sp>
          <p:nvSpPr>
            <p:cNvPr id="2836" name="Google Shape;2836;p77"/>
            <p:cNvSpPr/>
            <p:nvPr/>
          </p:nvSpPr>
          <p:spPr>
            <a:xfrm rot="1771310">
              <a:off x="387325" y="44290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37" name="Google Shape;2837;p77"/>
            <p:cNvPicPr preferRelativeResize="0"/>
            <p:nvPr/>
          </p:nvPicPr>
          <p:blipFill rotWithShape="1">
            <a:blip r:embed="rId2">
              <a:alphaModFix/>
            </a:blip>
            <a:srcRect b="12546" l="28959" r="12546" t="12546"/>
            <a:stretch/>
          </p:blipFill>
          <p:spPr>
            <a:xfrm rot="10800000">
              <a:off x="8266124" y="2130177"/>
              <a:ext cx="726651" cy="596548"/>
            </a:xfrm>
            <a:prstGeom prst="rect">
              <a:avLst/>
            </a:prstGeom>
            <a:noFill/>
            <a:ln>
              <a:noFill/>
            </a:ln>
          </p:spPr>
        </p:pic>
        <p:sp>
          <p:nvSpPr>
            <p:cNvPr id="2838" name="Google Shape;2838;p77"/>
            <p:cNvSpPr/>
            <p:nvPr/>
          </p:nvSpPr>
          <p:spPr>
            <a:xfrm rot="1771310">
              <a:off x="1195775" y="-205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39" name="Google Shape;2839;p77"/>
            <p:cNvPicPr preferRelativeResize="0"/>
            <p:nvPr/>
          </p:nvPicPr>
          <p:blipFill rotWithShape="1">
            <a:blip r:embed="rId2">
              <a:alphaModFix/>
            </a:blip>
            <a:srcRect b="12546" l="28959" r="12546" t="12546"/>
            <a:stretch/>
          </p:blipFill>
          <p:spPr>
            <a:xfrm rot="10800000">
              <a:off x="5215749" y="4417752"/>
              <a:ext cx="726651" cy="596548"/>
            </a:xfrm>
            <a:prstGeom prst="rect">
              <a:avLst/>
            </a:prstGeom>
            <a:noFill/>
            <a:ln>
              <a:noFill/>
            </a:ln>
          </p:spPr>
        </p:pic>
      </p:gr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2840" name="Shape 2840"/>
        <p:cNvGrpSpPr/>
        <p:nvPr/>
      </p:nvGrpSpPr>
      <p:grpSpPr>
        <a:xfrm>
          <a:off x="0" y="0"/>
          <a:ext cx="0" cy="0"/>
          <a:chOff x="0" y="0"/>
          <a:chExt cx="0" cy="0"/>
        </a:xfrm>
      </p:grpSpPr>
      <p:grpSp>
        <p:nvGrpSpPr>
          <p:cNvPr id="2841" name="Google Shape;2841;p78"/>
          <p:cNvGrpSpPr/>
          <p:nvPr/>
        </p:nvGrpSpPr>
        <p:grpSpPr>
          <a:xfrm>
            <a:off x="-6475" y="2927242"/>
            <a:ext cx="9250200" cy="2229968"/>
            <a:chOff x="-6475" y="2927242"/>
            <a:chExt cx="9250200" cy="2229968"/>
          </a:xfrm>
        </p:grpSpPr>
        <p:grpSp>
          <p:nvGrpSpPr>
            <p:cNvPr id="2842" name="Google Shape;2842;p78"/>
            <p:cNvGrpSpPr/>
            <p:nvPr/>
          </p:nvGrpSpPr>
          <p:grpSpPr>
            <a:xfrm flipH="1">
              <a:off x="5831182" y="2927242"/>
              <a:ext cx="3303413" cy="1672406"/>
              <a:chOff x="-6475" y="2302000"/>
              <a:chExt cx="3303413" cy="1865900"/>
            </a:xfrm>
          </p:grpSpPr>
          <p:sp>
            <p:nvSpPr>
              <p:cNvPr id="2843" name="Google Shape;2843;p78"/>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78"/>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78"/>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78"/>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78"/>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78"/>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78"/>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78"/>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1" name="Google Shape;2851;p78"/>
            <p:cNvGrpSpPr/>
            <p:nvPr/>
          </p:nvGrpSpPr>
          <p:grpSpPr>
            <a:xfrm>
              <a:off x="-6475" y="2927242"/>
              <a:ext cx="3303413" cy="1672406"/>
              <a:chOff x="-6475" y="2302000"/>
              <a:chExt cx="3303413" cy="1865900"/>
            </a:xfrm>
          </p:grpSpPr>
          <p:sp>
            <p:nvSpPr>
              <p:cNvPr id="2852" name="Google Shape;2852;p78"/>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78"/>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78"/>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78"/>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78"/>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78"/>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78"/>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78"/>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60" name="Google Shape;2860;p78"/>
            <p:cNvGrpSpPr/>
            <p:nvPr/>
          </p:nvGrpSpPr>
          <p:grpSpPr>
            <a:xfrm>
              <a:off x="-6475" y="4609669"/>
              <a:ext cx="9250200" cy="547540"/>
              <a:chOff x="-6475" y="4167900"/>
              <a:chExt cx="9250200" cy="988875"/>
            </a:xfrm>
          </p:grpSpPr>
          <p:cxnSp>
            <p:nvCxnSpPr>
              <p:cNvPr id="2861" name="Google Shape;2861;p78"/>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862" name="Google Shape;2862;p78"/>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863" name="Google Shape;2863;p78"/>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864" name="Google Shape;2864;p78"/>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865" name="Google Shape;2865;p78"/>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866" name="Google Shape;2866;p78"/>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867" name="Google Shape;2867;p78"/>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868" name="Google Shape;2868;p78"/>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869" name="Google Shape;2869;p78"/>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870" name="Google Shape;2870;p78"/>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871" name="Google Shape;2871;p78"/>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872" name="Google Shape;2872;p78"/>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873" name="Google Shape;2873;p7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874" name="Google Shape;2874;p78"/>
          <p:cNvSpPr txBox="1"/>
          <p:nvPr>
            <p:ph idx="1" type="subTitle"/>
          </p:nvPr>
        </p:nvSpPr>
        <p:spPr>
          <a:xfrm>
            <a:off x="1379575" y="2035927"/>
            <a:ext cx="3121800" cy="83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75" name="Google Shape;2875;p78"/>
          <p:cNvSpPr txBox="1"/>
          <p:nvPr>
            <p:ph idx="2" type="subTitle"/>
          </p:nvPr>
        </p:nvSpPr>
        <p:spPr>
          <a:xfrm>
            <a:off x="5270275" y="2035927"/>
            <a:ext cx="3121800" cy="83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76" name="Google Shape;2876;p78"/>
          <p:cNvSpPr txBox="1"/>
          <p:nvPr>
            <p:ph idx="3" type="subTitle"/>
          </p:nvPr>
        </p:nvSpPr>
        <p:spPr>
          <a:xfrm>
            <a:off x="1379575" y="3626500"/>
            <a:ext cx="7012500" cy="57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77" name="Google Shape;2877;p78"/>
          <p:cNvSpPr txBox="1"/>
          <p:nvPr>
            <p:ph idx="4" type="subTitle"/>
          </p:nvPr>
        </p:nvSpPr>
        <p:spPr>
          <a:xfrm>
            <a:off x="1379575" y="1576750"/>
            <a:ext cx="31218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2878" name="Google Shape;2878;p78"/>
          <p:cNvSpPr txBox="1"/>
          <p:nvPr>
            <p:ph idx="5" type="subTitle"/>
          </p:nvPr>
        </p:nvSpPr>
        <p:spPr>
          <a:xfrm>
            <a:off x="5270275" y="1576750"/>
            <a:ext cx="31218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2879" name="Google Shape;2879;p78"/>
          <p:cNvSpPr txBox="1"/>
          <p:nvPr>
            <p:ph idx="6" type="subTitle"/>
          </p:nvPr>
        </p:nvSpPr>
        <p:spPr>
          <a:xfrm>
            <a:off x="1379575" y="3166750"/>
            <a:ext cx="70125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grpSp>
        <p:nvGrpSpPr>
          <p:cNvPr id="2880" name="Google Shape;2880;p78"/>
          <p:cNvGrpSpPr/>
          <p:nvPr/>
        </p:nvGrpSpPr>
        <p:grpSpPr>
          <a:xfrm flipH="1">
            <a:off x="7707480" y="-84053"/>
            <a:ext cx="1285295" cy="4926470"/>
            <a:chOff x="323871" y="-84053"/>
            <a:chExt cx="1285295" cy="4926470"/>
          </a:xfrm>
        </p:grpSpPr>
        <p:sp>
          <p:nvSpPr>
            <p:cNvPr id="2881" name="Google Shape;2881;p78"/>
            <p:cNvSpPr/>
            <p:nvPr/>
          </p:nvSpPr>
          <p:spPr>
            <a:xfrm rot="1771310">
              <a:off x="387325" y="44290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78"/>
            <p:cNvSpPr/>
            <p:nvPr/>
          </p:nvSpPr>
          <p:spPr>
            <a:xfrm rot="1771310">
              <a:off x="1195775" y="-205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883" name="Shape 2883"/>
        <p:cNvGrpSpPr/>
        <p:nvPr/>
      </p:nvGrpSpPr>
      <p:grpSpPr>
        <a:xfrm>
          <a:off x="0" y="0"/>
          <a:ext cx="0" cy="0"/>
          <a:chOff x="0" y="0"/>
          <a:chExt cx="0" cy="0"/>
        </a:xfrm>
      </p:grpSpPr>
      <p:grpSp>
        <p:nvGrpSpPr>
          <p:cNvPr id="2884" name="Google Shape;2884;p79"/>
          <p:cNvGrpSpPr/>
          <p:nvPr/>
        </p:nvGrpSpPr>
        <p:grpSpPr>
          <a:xfrm>
            <a:off x="-6475" y="2927242"/>
            <a:ext cx="9250200" cy="2229968"/>
            <a:chOff x="-6475" y="2927242"/>
            <a:chExt cx="9250200" cy="2229968"/>
          </a:xfrm>
        </p:grpSpPr>
        <p:grpSp>
          <p:nvGrpSpPr>
            <p:cNvPr id="2885" name="Google Shape;2885;p79"/>
            <p:cNvGrpSpPr/>
            <p:nvPr/>
          </p:nvGrpSpPr>
          <p:grpSpPr>
            <a:xfrm flipH="1">
              <a:off x="5831182" y="2927242"/>
              <a:ext cx="3303413" cy="1672406"/>
              <a:chOff x="-6475" y="2302000"/>
              <a:chExt cx="3303413" cy="1865900"/>
            </a:xfrm>
          </p:grpSpPr>
          <p:sp>
            <p:nvSpPr>
              <p:cNvPr id="2886" name="Google Shape;2886;p79"/>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79"/>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79"/>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79"/>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79"/>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79"/>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79"/>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79"/>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94" name="Google Shape;2894;p79"/>
            <p:cNvGrpSpPr/>
            <p:nvPr/>
          </p:nvGrpSpPr>
          <p:grpSpPr>
            <a:xfrm>
              <a:off x="-6475" y="2927242"/>
              <a:ext cx="3303413" cy="1672406"/>
              <a:chOff x="-6475" y="2302000"/>
              <a:chExt cx="3303413" cy="1865900"/>
            </a:xfrm>
          </p:grpSpPr>
          <p:sp>
            <p:nvSpPr>
              <p:cNvPr id="2895" name="Google Shape;2895;p79"/>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79"/>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79"/>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79"/>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79"/>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79"/>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79"/>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79"/>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3" name="Google Shape;2903;p79"/>
            <p:cNvGrpSpPr/>
            <p:nvPr/>
          </p:nvGrpSpPr>
          <p:grpSpPr>
            <a:xfrm>
              <a:off x="-6475" y="4609669"/>
              <a:ext cx="9250200" cy="547540"/>
              <a:chOff x="-6475" y="4167900"/>
              <a:chExt cx="9250200" cy="988875"/>
            </a:xfrm>
          </p:grpSpPr>
          <p:cxnSp>
            <p:nvCxnSpPr>
              <p:cNvPr id="2904" name="Google Shape;2904;p79"/>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905" name="Google Shape;2905;p79"/>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906" name="Google Shape;2906;p79"/>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907" name="Google Shape;2907;p79"/>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908" name="Google Shape;2908;p79"/>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909" name="Google Shape;2909;p79"/>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910" name="Google Shape;2910;p79"/>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911" name="Google Shape;2911;p79"/>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912" name="Google Shape;2912;p79"/>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913" name="Google Shape;2913;p79"/>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914" name="Google Shape;2914;p79"/>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915" name="Google Shape;2915;p79"/>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916" name="Google Shape;2916;p7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17" name="Google Shape;2917;p79"/>
          <p:cNvSpPr txBox="1"/>
          <p:nvPr>
            <p:ph idx="1" type="subTitle"/>
          </p:nvPr>
        </p:nvSpPr>
        <p:spPr>
          <a:xfrm>
            <a:off x="1503754" y="2015637"/>
            <a:ext cx="2526300" cy="665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18" name="Google Shape;2918;p79"/>
          <p:cNvSpPr txBox="1"/>
          <p:nvPr>
            <p:ph idx="2" type="subTitle"/>
          </p:nvPr>
        </p:nvSpPr>
        <p:spPr>
          <a:xfrm>
            <a:off x="4856961" y="2015637"/>
            <a:ext cx="2526300" cy="665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19" name="Google Shape;2919;p79"/>
          <p:cNvSpPr txBox="1"/>
          <p:nvPr>
            <p:ph idx="3" type="subTitle"/>
          </p:nvPr>
        </p:nvSpPr>
        <p:spPr>
          <a:xfrm>
            <a:off x="1503754" y="3449041"/>
            <a:ext cx="2526300" cy="665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20" name="Google Shape;2920;p79"/>
          <p:cNvSpPr txBox="1"/>
          <p:nvPr>
            <p:ph idx="4" type="subTitle"/>
          </p:nvPr>
        </p:nvSpPr>
        <p:spPr>
          <a:xfrm>
            <a:off x="4856961" y="3449041"/>
            <a:ext cx="2526300" cy="665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21" name="Google Shape;2921;p79"/>
          <p:cNvSpPr txBox="1"/>
          <p:nvPr>
            <p:ph idx="5" type="subTitle"/>
          </p:nvPr>
        </p:nvSpPr>
        <p:spPr>
          <a:xfrm>
            <a:off x="1503754" y="1574250"/>
            <a:ext cx="25263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2922" name="Google Shape;2922;p79"/>
          <p:cNvSpPr txBox="1"/>
          <p:nvPr>
            <p:ph idx="6" type="subTitle"/>
          </p:nvPr>
        </p:nvSpPr>
        <p:spPr>
          <a:xfrm>
            <a:off x="4856957" y="1574250"/>
            <a:ext cx="25263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2923" name="Google Shape;2923;p79"/>
          <p:cNvSpPr txBox="1"/>
          <p:nvPr>
            <p:ph idx="7" type="subTitle"/>
          </p:nvPr>
        </p:nvSpPr>
        <p:spPr>
          <a:xfrm>
            <a:off x="1503754" y="3007652"/>
            <a:ext cx="25263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2924" name="Google Shape;2924;p79"/>
          <p:cNvSpPr txBox="1"/>
          <p:nvPr>
            <p:ph idx="8" type="subTitle"/>
          </p:nvPr>
        </p:nvSpPr>
        <p:spPr>
          <a:xfrm>
            <a:off x="4856958" y="3007652"/>
            <a:ext cx="25263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grpSp>
        <p:nvGrpSpPr>
          <p:cNvPr id="2925" name="Google Shape;2925;p79"/>
          <p:cNvGrpSpPr/>
          <p:nvPr/>
        </p:nvGrpSpPr>
        <p:grpSpPr>
          <a:xfrm>
            <a:off x="36974" y="-206003"/>
            <a:ext cx="9048876" cy="5123895"/>
            <a:chOff x="36974" y="-206003"/>
            <a:chExt cx="9048876" cy="5123895"/>
          </a:xfrm>
        </p:grpSpPr>
        <p:sp>
          <p:nvSpPr>
            <p:cNvPr id="2926" name="Google Shape;2926;p79"/>
            <p:cNvSpPr/>
            <p:nvPr/>
          </p:nvSpPr>
          <p:spPr>
            <a:xfrm rot="1771310">
              <a:off x="2305350" y="45045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27" name="Google Shape;2927;p79"/>
            <p:cNvPicPr preferRelativeResize="0"/>
            <p:nvPr/>
          </p:nvPicPr>
          <p:blipFill rotWithShape="1">
            <a:blip r:embed="rId2">
              <a:alphaModFix/>
            </a:blip>
            <a:srcRect b="12546" l="28959" r="12546" t="12546"/>
            <a:stretch/>
          </p:blipFill>
          <p:spPr>
            <a:xfrm rot="10800000">
              <a:off x="8359199" y="2951852"/>
              <a:ext cx="726651" cy="596548"/>
            </a:xfrm>
            <a:prstGeom prst="rect">
              <a:avLst/>
            </a:prstGeom>
            <a:noFill/>
            <a:ln>
              <a:noFill/>
            </a:ln>
          </p:spPr>
        </p:pic>
        <p:pic>
          <p:nvPicPr>
            <p:cNvPr id="2928" name="Google Shape;2928;p79"/>
            <p:cNvPicPr preferRelativeResize="0"/>
            <p:nvPr/>
          </p:nvPicPr>
          <p:blipFill rotWithShape="1">
            <a:blip r:embed="rId2">
              <a:alphaModFix/>
            </a:blip>
            <a:srcRect b="12546" l="28959" r="12546" t="12546"/>
            <a:stretch/>
          </p:blipFill>
          <p:spPr>
            <a:xfrm rot="10800000">
              <a:off x="36974" y="1342052"/>
              <a:ext cx="726651" cy="596548"/>
            </a:xfrm>
            <a:prstGeom prst="rect">
              <a:avLst/>
            </a:prstGeom>
            <a:noFill/>
            <a:ln>
              <a:noFill/>
            </a:ln>
          </p:spPr>
        </p:pic>
        <p:sp>
          <p:nvSpPr>
            <p:cNvPr id="2929" name="Google Shape;2929;p79"/>
            <p:cNvSpPr/>
            <p:nvPr/>
          </p:nvSpPr>
          <p:spPr>
            <a:xfrm rot="1771310">
              <a:off x="2562150" y="-14248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930" name="Shape 2930"/>
        <p:cNvGrpSpPr/>
        <p:nvPr/>
      </p:nvGrpSpPr>
      <p:grpSpPr>
        <a:xfrm>
          <a:off x="0" y="0"/>
          <a:ext cx="0" cy="0"/>
          <a:chOff x="0" y="0"/>
          <a:chExt cx="0" cy="0"/>
        </a:xfrm>
      </p:grpSpPr>
      <p:grpSp>
        <p:nvGrpSpPr>
          <p:cNvPr id="2931" name="Google Shape;2931;p80"/>
          <p:cNvGrpSpPr/>
          <p:nvPr/>
        </p:nvGrpSpPr>
        <p:grpSpPr>
          <a:xfrm>
            <a:off x="-6475" y="2927242"/>
            <a:ext cx="9250200" cy="2229968"/>
            <a:chOff x="-6475" y="2927242"/>
            <a:chExt cx="9250200" cy="2229968"/>
          </a:xfrm>
        </p:grpSpPr>
        <p:grpSp>
          <p:nvGrpSpPr>
            <p:cNvPr id="2932" name="Google Shape;2932;p80"/>
            <p:cNvGrpSpPr/>
            <p:nvPr/>
          </p:nvGrpSpPr>
          <p:grpSpPr>
            <a:xfrm flipH="1">
              <a:off x="5831182" y="2927242"/>
              <a:ext cx="3303413" cy="1672406"/>
              <a:chOff x="-6475" y="2302000"/>
              <a:chExt cx="3303413" cy="1865900"/>
            </a:xfrm>
          </p:grpSpPr>
          <p:sp>
            <p:nvSpPr>
              <p:cNvPr id="2933" name="Google Shape;2933;p80"/>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80"/>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80"/>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80"/>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80"/>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80"/>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80"/>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80"/>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1" name="Google Shape;2941;p80"/>
            <p:cNvGrpSpPr/>
            <p:nvPr/>
          </p:nvGrpSpPr>
          <p:grpSpPr>
            <a:xfrm>
              <a:off x="-6475" y="2927242"/>
              <a:ext cx="3303413" cy="1672406"/>
              <a:chOff x="-6475" y="2302000"/>
              <a:chExt cx="3303413" cy="1865900"/>
            </a:xfrm>
          </p:grpSpPr>
          <p:sp>
            <p:nvSpPr>
              <p:cNvPr id="2942" name="Google Shape;2942;p80"/>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80"/>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80"/>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80"/>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80"/>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80"/>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80"/>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80"/>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0" name="Google Shape;2950;p80"/>
            <p:cNvGrpSpPr/>
            <p:nvPr/>
          </p:nvGrpSpPr>
          <p:grpSpPr>
            <a:xfrm>
              <a:off x="-6475" y="4609669"/>
              <a:ext cx="9250200" cy="547540"/>
              <a:chOff x="-6475" y="4167900"/>
              <a:chExt cx="9250200" cy="988875"/>
            </a:xfrm>
          </p:grpSpPr>
          <p:cxnSp>
            <p:nvCxnSpPr>
              <p:cNvPr id="2951" name="Google Shape;2951;p80"/>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952" name="Google Shape;2952;p80"/>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953" name="Google Shape;2953;p80"/>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954" name="Google Shape;2954;p80"/>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2955" name="Google Shape;2955;p80"/>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956" name="Google Shape;2956;p80"/>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957" name="Google Shape;2957;p80"/>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958" name="Google Shape;2958;p80"/>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2959" name="Google Shape;2959;p80"/>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2960" name="Google Shape;2960;p80"/>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2961" name="Google Shape;2961;p80"/>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2962" name="Google Shape;2962;p80"/>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2963" name="Google Shape;2963;p8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64" name="Google Shape;2964;p80"/>
          <p:cNvSpPr txBox="1"/>
          <p:nvPr>
            <p:ph idx="1" type="subTitle"/>
          </p:nvPr>
        </p:nvSpPr>
        <p:spPr>
          <a:xfrm>
            <a:off x="1382815" y="1802996"/>
            <a:ext cx="29433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65" name="Google Shape;2965;p80"/>
          <p:cNvSpPr txBox="1"/>
          <p:nvPr>
            <p:ph idx="2" type="subTitle"/>
          </p:nvPr>
        </p:nvSpPr>
        <p:spPr>
          <a:xfrm>
            <a:off x="5269532" y="1802996"/>
            <a:ext cx="31644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66" name="Google Shape;2966;p80"/>
          <p:cNvSpPr txBox="1"/>
          <p:nvPr>
            <p:ph idx="3" type="subTitle"/>
          </p:nvPr>
        </p:nvSpPr>
        <p:spPr>
          <a:xfrm>
            <a:off x="1382815" y="3992215"/>
            <a:ext cx="29433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67" name="Google Shape;2967;p80"/>
          <p:cNvSpPr txBox="1"/>
          <p:nvPr>
            <p:ph idx="4" type="subTitle"/>
          </p:nvPr>
        </p:nvSpPr>
        <p:spPr>
          <a:xfrm>
            <a:off x="5269532" y="2917969"/>
            <a:ext cx="31644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68" name="Google Shape;2968;p80"/>
          <p:cNvSpPr txBox="1"/>
          <p:nvPr>
            <p:ph idx="5" type="subTitle"/>
          </p:nvPr>
        </p:nvSpPr>
        <p:spPr>
          <a:xfrm>
            <a:off x="1382815" y="2917969"/>
            <a:ext cx="29433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69" name="Google Shape;2969;p80"/>
          <p:cNvSpPr txBox="1"/>
          <p:nvPr>
            <p:ph idx="6" type="subTitle"/>
          </p:nvPr>
        </p:nvSpPr>
        <p:spPr>
          <a:xfrm>
            <a:off x="5269532" y="3992215"/>
            <a:ext cx="31644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70" name="Google Shape;2970;p80"/>
          <p:cNvSpPr txBox="1"/>
          <p:nvPr>
            <p:ph idx="7" type="subTitle"/>
          </p:nvPr>
        </p:nvSpPr>
        <p:spPr>
          <a:xfrm>
            <a:off x="1382815" y="1451076"/>
            <a:ext cx="29433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2971" name="Google Shape;2971;p80"/>
          <p:cNvSpPr txBox="1"/>
          <p:nvPr>
            <p:ph idx="8" type="subTitle"/>
          </p:nvPr>
        </p:nvSpPr>
        <p:spPr>
          <a:xfrm>
            <a:off x="5269532" y="1451076"/>
            <a:ext cx="31644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2972" name="Google Shape;2972;p80"/>
          <p:cNvSpPr txBox="1"/>
          <p:nvPr>
            <p:ph idx="9" type="subTitle"/>
          </p:nvPr>
        </p:nvSpPr>
        <p:spPr>
          <a:xfrm>
            <a:off x="1382815" y="3636763"/>
            <a:ext cx="29433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2973" name="Google Shape;2973;p80"/>
          <p:cNvSpPr txBox="1"/>
          <p:nvPr>
            <p:ph idx="13" type="subTitle"/>
          </p:nvPr>
        </p:nvSpPr>
        <p:spPr>
          <a:xfrm>
            <a:off x="5269532" y="2566051"/>
            <a:ext cx="31644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2974" name="Google Shape;2974;p80"/>
          <p:cNvSpPr txBox="1"/>
          <p:nvPr>
            <p:ph idx="14" type="subTitle"/>
          </p:nvPr>
        </p:nvSpPr>
        <p:spPr>
          <a:xfrm>
            <a:off x="1382815" y="2566051"/>
            <a:ext cx="29433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sp>
        <p:nvSpPr>
          <p:cNvPr id="2975" name="Google Shape;2975;p80"/>
          <p:cNvSpPr txBox="1"/>
          <p:nvPr>
            <p:ph idx="15" type="subTitle"/>
          </p:nvPr>
        </p:nvSpPr>
        <p:spPr>
          <a:xfrm>
            <a:off x="5269532" y="3636763"/>
            <a:ext cx="31644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ecular One"/>
              <a:buNone/>
              <a:defRPr sz="2700">
                <a:latin typeface="Secular One"/>
                <a:ea typeface="Secular One"/>
                <a:cs typeface="Secular One"/>
                <a:sym typeface="Secular One"/>
              </a:defRPr>
            </a:lvl1pPr>
            <a:lvl2pPr lvl="1" algn="ctr">
              <a:lnSpc>
                <a:spcPct val="100000"/>
              </a:lnSpc>
              <a:spcBef>
                <a:spcPts val="0"/>
              </a:spcBef>
              <a:spcAft>
                <a:spcPts val="0"/>
              </a:spcAft>
              <a:buSzPts val="2000"/>
              <a:buFont typeface="Secular One"/>
              <a:buNone/>
              <a:defRPr sz="2000">
                <a:latin typeface="Secular One"/>
                <a:ea typeface="Secular One"/>
                <a:cs typeface="Secular One"/>
                <a:sym typeface="Secular One"/>
              </a:defRPr>
            </a:lvl2pPr>
            <a:lvl3pPr lvl="2" algn="ctr">
              <a:lnSpc>
                <a:spcPct val="100000"/>
              </a:lnSpc>
              <a:spcBef>
                <a:spcPts val="0"/>
              </a:spcBef>
              <a:spcAft>
                <a:spcPts val="0"/>
              </a:spcAft>
              <a:buSzPts val="2000"/>
              <a:buFont typeface="Secular One"/>
              <a:buNone/>
              <a:defRPr sz="2000">
                <a:latin typeface="Secular One"/>
                <a:ea typeface="Secular One"/>
                <a:cs typeface="Secular One"/>
                <a:sym typeface="Secular One"/>
              </a:defRPr>
            </a:lvl3pPr>
            <a:lvl4pPr lvl="3" algn="ctr">
              <a:lnSpc>
                <a:spcPct val="100000"/>
              </a:lnSpc>
              <a:spcBef>
                <a:spcPts val="0"/>
              </a:spcBef>
              <a:spcAft>
                <a:spcPts val="0"/>
              </a:spcAft>
              <a:buSzPts val="2000"/>
              <a:buFont typeface="Secular One"/>
              <a:buNone/>
              <a:defRPr sz="2000">
                <a:latin typeface="Secular One"/>
                <a:ea typeface="Secular One"/>
                <a:cs typeface="Secular One"/>
                <a:sym typeface="Secular One"/>
              </a:defRPr>
            </a:lvl4pPr>
            <a:lvl5pPr lvl="4" algn="ctr">
              <a:lnSpc>
                <a:spcPct val="100000"/>
              </a:lnSpc>
              <a:spcBef>
                <a:spcPts val="0"/>
              </a:spcBef>
              <a:spcAft>
                <a:spcPts val="0"/>
              </a:spcAft>
              <a:buSzPts val="2000"/>
              <a:buFont typeface="Secular One"/>
              <a:buNone/>
              <a:defRPr sz="2000">
                <a:latin typeface="Secular One"/>
                <a:ea typeface="Secular One"/>
                <a:cs typeface="Secular One"/>
                <a:sym typeface="Secular One"/>
              </a:defRPr>
            </a:lvl5pPr>
            <a:lvl6pPr lvl="5" algn="ctr">
              <a:lnSpc>
                <a:spcPct val="100000"/>
              </a:lnSpc>
              <a:spcBef>
                <a:spcPts val="0"/>
              </a:spcBef>
              <a:spcAft>
                <a:spcPts val="0"/>
              </a:spcAft>
              <a:buSzPts val="2000"/>
              <a:buFont typeface="Secular One"/>
              <a:buNone/>
              <a:defRPr sz="2000">
                <a:latin typeface="Secular One"/>
                <a:ea typeface="Secular One"/>
                <a:cs typeface="Secular One"/>
                <a:sym typeface="Secular One"/>
              </a:defRPr>
            </a:lvl6pPr>
            <a:lvl7pPr lvl="6" algn="ctr">
              <a:lnSpc>
                <a:spcPct val="100000"/>
              </a:lnSpc>
              <a:spcBef>
                <a:spcPts val="0"/>
              </a:spcBef>
              <a:spcAft>
                <a:spcPts val="0"/>
              </a:spcAft>
              <a:buSzPts val="2000"/>
              <a:buFont typeface="Secular One"/>
              <a:buNone/>
              <a:defRPr sz="2000">
                <a:latin typeface="Secular One"/>
                <a:ea typeface="Secular One"/>
                <a:cs typeface="Secular One"/>
                <a:sym typeface="Secular One"/>
              </a:defRPr>
            </a:lvl7pPr>
            <a:lvl8pPr lvl="7" algn="ctr">
              <a:lnSpc>
                <a:spcPct val="100000"/>
              </a:lnSpc>
              <a:spcBef>
                <a:spcPts val="0"/>
              </a:spcBef>
              <a:spcAft>
                <a:spcPts val="0"/>
              </a:spcAft>
              <a:buSzPts val="2000"/>
              <a:buFont typeface="Secular One"/>
              <a:buNone/>
              <a:defRPr sz="2000">
                <a:latin typeface="Secular One"/>
                <a:ea typeface="Secular One"/>
                <a:cs typeface="Secular One"/>
                <a:sym typeface="Secular One"/>
              </a:defRPr>
            </a:lvl8pPr>
            <a:lvl9pPr lvl="8" algn="ctr">
              <a:lnSpc>
                <a:spcPct val="100000"/>
              </a:lnSpc>
              <a:spcBef>
                <a:spcPts val="0"/>
              </a:spcBef>
              <a:spcAft>
                <a:spcPts val="0"/>
              </a:spcAft>
              <a:buSzPts val="2000"/>
              <a:buFont typeface="Secular One"/>
              <a:buNone/>
              <a:defRPr sz="2000">
                <a:latin typeface="Secular One"/>
                <a:ea typeface="Secular One"/>
                <a:cs typeface="Secular One"/>
                <a:sym typeface="Secular One"/>
              </a:defRPr>
            </a:lvl9pPr>
          </a:lstStyle>
          <a:p/>
        </p:txBody>
      </p:sp>
      <p:grpSp>
        <p:nvGrpSpPr>
          <p:cNvPr id="2976" name="Google Shape;2976;p80"/>
          <p:cNvGrpSpPr/>
          <p:nvPr/>
        </p:nvGrpSpPr>
        <p:grpSpPr>
          <a:xfrm>
            <a:off x="-55654" y="-93253"/>
            <a:ext cx="7811720" cy="5209445"/>
            <a:chOff x="-55654" y="-93253"/>
            <a:chExt cx="7811720" cy="5209445"/>
          </a:xfrm>
        </p:grpSpPr>
        <p:sp>
          <p:nvSpPr>
            <p:cNvPr id="2977" name="Google Shape;2977;p80"/>
            <p:cNvSpPr/>
            <p:nvPr/>
          </p:nvSpPr>
          <p:spPr>
            <a:xfrm rot="1771310">
              <a:off x="3771075" y="-297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80"/>
            <p:cNvSpPr/>
            <p:nvPr/>
          </p:nvSpPr>
          <p:spPr>
            <a:xfrm rot="1771310">
              <a:off x="7342675" y="47028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80"/>
            <p:cNvSpPr/>
            <p:nvPr/>
          </p:nvSpPr>
          <p:spPr>
            <a:xfrm rot="1771310">
              <a:off x="7800" y="14546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80" name="Google Shape;2980;p80"/>
            <p:cNvPicPr preferRelativeResize="0"/>
            <p:nvPr/>
          </p:nvPicPr>
          <p:blipFill rotWithShape="1">
            <a:blip r:embed="rId2">
              <a:alphaModFix/>
            </a:blip>
            <a:srcRect b="12546" l="28959" r="12546" t="12546"/>
            <a:stretch/>
          </p:blipFill>
          <p:spPr>
            <a:xfrm rot="10800000">
              <a:off x="2332674" y="4504702"/>
              <a:ext cx="726651" cy="596548"/>
            </a:xfrm>
            <a:prstGeom prst="rect">
              <a:avLst/>
            </a:prstGeom>
            <a:noFill/>
            <a:ln>
              <a:noFill/>
            </a:ln>
          </p:spPr>
        </p:pic>
      </p:gr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981" name="Shape 2981"/>
        <p:cNvGrpSpPr/>
        <p:nvPr/>
      </p:nvGrpSpPr>
      <p:grpSpPr>
        <a:xfrm>
          <a:off x="0" y="0"/>
          <a:ext cx="0" cy="0"/>
          <a:chOff x="0" y="0"/>
          <a:chExt cx="0" cy="0"/>
        </a:xfrm>
      </p:grpSpPr>
      <p:grpSp>
        <p:nvGrpSpPr>
          <p:cNvPr id="2982" name="Google Shape;2982;p81"/>
          <p:cNvGrpSpPr/>
          <p:nvPr/>
        </p:nvGrpSpPr>
        <p:grpSpPr>
          <a:xfrm>
            <a:off x="-6475" y="2927242"/>
            <a:ext cx="9250200" cy="2229968"/>
            <a:chOff x="-6475" y="2927242"/>
            <a:chExt cx="9250200" cy="2229968"/>
          </a:xfrm>
        </p:grpSpPr>
        <p:grpSp>
          <p:nvGrpSpPr>
            <p:cNvPr id="2983" name="Google Shape;2983;p81"/>
            <p:cNvGrpSpPr/>
            <p:nvPr/>
          </p:nvGrpSpPr>
          <p:grpSpPr>
            <a:xfrm flipH="1">
              <a:off x="5831182" y="2927242"/>
              <a:ext cx="3303413" cy="1672406"/>
              <a:chOff x="-6475" y="2302000"/>
              <a:chExt cx="3303413" cy="1865900"/>
            </a:xfrm>
          </p:grpSpPr>
          <p:sp>
            <p:nvSpPr>
              <p:cNvPr id="2984" name="Google Shape;2984;p81"/>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81"/>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81"/>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81"/>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81"/>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81"/>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81"/>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81"/>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2" name="Google Shape;2992;p81"/>
            <p:cNvGrpSpPr/>
            <p:nvPr/>
          </p:nvGrpSpPr>
          <p:grpSpPr>
            <a:xfrm>
              <a:off x="-6475" y="2927242"/>
              <a:ext cx="3303413" cy="1672406"/>
              <a:chOff x="-6475" y="2302000"/>
              <a:chExt cx="3303413" cy="1865900"/>
            </a:xfrm>
          </p:grpSpPr>
          <p:sp>
            <p:nvSpPr>
              <p:cNvPr id="2993" name="Google Shape;2993;p81"/>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81"/>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81"/>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81"/>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81"/>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81"/>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81"/>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81"/>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01" name="Google Shape;3001;p81"/>
            <p:cNvGrpSpPr/>
            <p:nvPr/>
          </p:nvGrpSpPr>
          <p:grpSpPr>
            <a:xfrm>
              <a:off x="-6475" y="4609669"/>
              <a:ext cx="9250200" cy="547540"/>
              <a:chOff x="-6475" y="4167900"/>
              <a:chExt cx="9250200" cy="988875"/>
            </a:xfrm>
          </p:grpSpPr>
          <p:cxnSp>
            <p:nvCxnSpPr>
              <p:cNvPr id="3002" name="Google Shape;3002;p81"/>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003" name="Google Shape;3003;p81"/>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004" name="Google Shape;3004;p81"/>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005" name="Google Shape;3005;p81"/>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006" name="Google Shape;3006;p81"/>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3007" name="Google Shape;3007;p81"/>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3008" name="Google Shape;3008;p81"/>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3009" name="Google Shape;3009;p81"/>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3010" name="Google Shape;3010;p81"/>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3011" name="Google Shape;3011;p81"/>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3012" name="Google Shape;3012;p81"/>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3013" name="Google Shape;3013;p81"/>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3014" name="Google Shape;3014;p81"/>
          <p:cNvSpPr txBox="1"/>
          <p:nvPr>
            <p:ph hasCustomPrompt="1" type="title"/>
          </p:nvPr>
        </p:nvSpPr>
        <p:spPr>
          <a:xfrm>
            <a:off x="993600" y="596850"/>
            <a:ext cx="3575400" cy="6543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3015" name="Google Shape;3015;p81"/>
          <p:cNvSpPr txBox="1"/>
          <p:nvPr>
            <p:ph idx="1" type="subTitle"/>
          </p:nvPr>
        </p:nvSpPr>
        <p:spPr>
          <a:xfrm>
            <a:off x="993600" y="1311313"/>
            <a:ext cx="3575400" cy="418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dk1"/>
              </a:buClr>
              <a:buSzPts val="2400"/>
              <a:buFont typeface="PT Sans"/>
              <a:buNone/>
              <a:defRPr sz="1600">
                <a:solidFill>
                  <a:schemeClr val="lt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3016" name="Google Shape;3016;p81"/>
          <p:cNvSpPr txBox="1"/>
          <p:nvPr>
            <p:ph hasCustomPrompt="1" idx="2" type="title"/>
          </p:nvPr>
        </p:nvSpPr>
        <p:spPr>
          <a:xfrm>
            <a:off x="4575000" y="1880896"/>
            <a:ext cx="3575400" cy="6543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3017" name="Google Shape;3017;p81"/>
          <p:cNvSpPr txBox="1"/>
          <p:nvPr>
            <p:ph idx="3" type="subTitle"/>
          </p:nvPr>
        </p:nvSpPr>
        <p:spPr>
          <a:xfrm>
            <a:off x="4575000" y="2612332"/>
            <a:ext cx="3575400" cy="4188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dk1"/>
              </a:buClr>
              <a:buSzPts val="2400"/>
              <a:buFont typeface="PT Sans"/>
              <a:buNone/>
              <a:defRPr sz="1600">
                <a:solidFill>
                  <a:schemeClr val="lt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3018" name="Google Shape;3018;p81"/>
          <p:cNvSpPr txBox="1"/>
          <p:nvPr>
            <p:ph hasCustomPrompt="1" idx="4" type="title"/>
          </p:nvPr>
        </p:nvSpPr>
        <p:spPr>
          <a:xfrm>
            <a:off x="993600" y="3192254"/>
            <a:ext cx="3575400" cy="6543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3019" name="Google Shape;3019;p81"/>
          <p:cNvSpPr txBox="1"/>
          <p:nvPr>
            <p:ph idx="5" type="subTitle"/>
          </p:nvPr>
        </p:nvSpPr>
        <p:spPr>
          <a:xfrm>
            <a:off x="993600" y="3932151"/>
            <a:ext cx="3575400" cy="418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dk1"/>
              </a:buClr>
              <a:buSzPts val="2400"/>
              <a:buFont typeface="PT Sans"/>
              <a:buNone/>
              <a:defRPr sz="1600">
                <a:solidFill>
                  <a:schemeClr val="lt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3020" name="Google Shape;3020;p81"/>
          <p:cNvGrpSpPr/>
          <p:nvPr/>
        </p:nvGrpSpPr>
        <p:grpSpPr>
          <a:xfrm>
            <a:off x="282821" y="-92553"/>
            <a:ext cx="8823070" cy="2598870"/>
            <a:chOff x="282821" y="-92553"/>
            <a:chExt cx="8823070" cy="2598870"/>
          </a:xfrm>
        </p:grpSpPr>
        <p:sp>
          <p:nvSpPr>
            <p:cNvPr id="3021" name="Google Shape;3021;p81"/>
            <p:cNvSpPr/>
            <p:nvPr/>
          </p:nvSpPr>
          <p:spPr>
            <a:xfrm rot="1771310">
              <a:off x="346275" y="2528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81"/>
            <p:cNvSpPr/>
            <p:nvPr/>
          </p:nvSpPr>
          <p:spPr>
            <a:xfrm rot="1771310">
              <a:off x="8692500" y="20929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81"/>
            <p:cNvSpPr/>
            <p:nvPr/>
          </p:nvSpPr>
          <p:spPr>
            <a:xfrm rot="1771310">
              <a:off x="5042025" y="-290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3024" name="Shape 3024"/>
        <p:cNvGrpSpPr/>
        <p:nvPr/>
      </p:nvGrpSpPr>
      <p:grpSpPr>
        <a:xfrm>
          <a:off x="0" y="0"/>
          <a:ext cx="0" cy="0"/>
          <a:chOff x="0" y="0"/>
          <a:chExt cx="0" cy="0"/>
        </a:xfrm>
      </p:grpSpPr>
      <p:grpSp>
        <p:nvGrpSpPr>
          <p:cNvPr id="3025" name="Google Shape;3025;p82"/>
          <p:cNvGrpSpPr/>
          <p:nvPr/>
        </p:nvGrpSpPr>
        <p:grpSpPr>
          <a:xfrm>
            <a:off x="-6475" y="2927242"/>
            <a:ext cx="9250200" cy="2229968"/>
            <a:chOff x="-6475" y="2927242"/>
            <a:chExt cx="9250200" cy="2229968"/>
          </a:xfrm>
        </p:grpSpPr>
        <p:grpSp>
          <p:nvGrpSpPr>
            <p:cNvPr id="3026" name="Google Shape;3026;p82"/>
            <p:cNvGrpSpPr/>
            <p:nvPr/>
          </p:nvGrpSpPr>
          <p:grpSpPr>
            <a:xfrm flipH="1">
              <a:off x="5831182" y="2927242"/>
              <a:ext cx="3303413" cy="1672406"/>
              <a:chOff x="-6475" y="2302000"/>
              <a:chExt cx="3303413" cy="1865900"/>
            </a:xfrm>
          </p:grpSpPr>
          <p:sp>
            <p:nvSpPr>
              <p:cNvPr id="3027" name="Google Shape;3027;p82"/>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82"/>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82"/>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82"/>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82"/>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82"/>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82"/>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82"/>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5" name="Google Shape;3035;p82"/>
            <p:cNvGrpSpPr/>
            <p:nvPr/>
          </p:nvGrpSpPr>
          <p:grpSpPr>
            <a:xfrm>
              <a:off x="-6475" y="2927242"/>
              <a:ext cx="3303413" cy="1672406"/>
              <a:chOff x="-6475" y="2302000"/>
              <a:chExt cx="3303413" cy="1865900"/>
            </a:xfrm>
          </p:grpSpPr>
          <p:sp>
            <p:nvSpPr>
              <p:cNvPr id="3036" name="Google Shape;3036;p82"/>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82"/>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82"/>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82"/>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82"/>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82"/>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82"/>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82"/>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44" name="Google Shape;3044;p82"/>
            <p:cNvGrpSpPr/>
            <p:nvPr/>
          </p:nvGrpSpPr>
          <p:grpSpPr>
            <a:xfrm>
              <a:off x="-6475" y="4609669"/>
              <a:ext cx="9250200" cy="547540"/>
              <a:chOff x="-6475" y="4167900"/>
              <a:chExt cx="9250200" cy="988875"/>
            </a:xfrm>
          </p:grpSpPr>
          <p:cxnSp>
            <p:nvCxnSpPr>
              <p:cNvPr id="3045" name="Google Shape;3045;p82"/>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046" name="Google Shape;3046;p82"/>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047" name="Google Shape;3047;p82"/>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048" name="Google Shape;3048;p82"/>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049" name="Google Shape;3049;p82"/>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3050" name="Google Shape;3050;p82"/>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3051" name="Google Shape;3051;p82"/>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3052" name="Google Shape;3052;p82"/>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3053" name="Google Shape;3053;p82"/>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3054" name="Google Shape;3054;p82"/>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3055" name="Google Shape;3055;p82"/>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3056" name="Google Shape;3056;p82"/>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3057" name="Google Shape;3057;p82"/>
          <p:cNvSpPr txBox="1"/>
          <p:nvPr>
            <p:ph hasCustomPrompt="1" type="title"/>
          </p:nvPr>
        </p:nvSpPr>
        <p:spPr>
          <a:xfrm>
            <a:off x="1474900" y="1809700"/>
            <a:ext cx="1100400" cy="4068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2700">
                <a:solidFill>
                  <a:schemeClr val="l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3058" name="Google Shape;3058;p82"/>
          <p:cNvSpPr txBox="1"/>
          <p:nvPr>
            <p:ph idx="1" type="subTitle"/>
          </p:nvPr>
        </p:nvSpPr>
        <p:spPr>
          <a:xfrm>
            <a:off x="938500" y="3171975"/>
            <a:ext cx="2173200" cy="759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PT Sans"/>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Font typeface="PT Sans"/>
              <a:buNone/>
              <a:defRPr sz="2100">
                <a:latin typeface="PT Sans"/>
                <a:ea typeface="PT Sans"/>
                <a:cs typeface="PT Sans"/>
                <a:sym typeface="PT Sans"/>
              </a:defRPr>
            </a:lvl4pPr>
            <a:lvl5pPr lvl="4" algn="ctr">
              <a:lnSpc>
                <a:spcPct val="100000"/>
              </a:lnSpc>
              <a:spcBef>
                <a:spcPts val="0"/>
              </a:spcBef>
              <a:spcAft>
                <a:spcPts val="0"/>
              </a:spcAft>
              <a:buSzPts val="2100"/>
              <a:buFont typeface="PT Sans"/>
              <a:buNone/>
              <a:defRPr sz="2100">
                <a:latin typeface="PT Sans"/>
                <a:ea typeface="PT Sans"/>
                <a:cs typeface="PT Sans"/>
                <a:sym typeface="PT Sans"/>
              </a:defRPr>
            </a:lvl5pPr>
            <a:lvl6pPr lvl="5" algn="ctr">
              <a:lnSpc>
                <a:spcPct val="100000"/>
              </a:lnSpc>
              <a:spcBef>
                <a:spcPts val="0"/>
              </a:spcBef>
              <a:spcAft>
                <a:spcPts val="0"/>
              </a:spcAft>
              <a:buSzPts val="2100"/>
              <a:buFont typeface="PT Sans"/>
              <a:buNone/>
              <a:defRPr sz="2100">
                <a:latin typeface="PT Sans"/>
                <a:ea typeface="PT Sans"/>
                <a:cs typeface="PT Sans"/>
                <a:sym typeface="PT Sans"/>
              </a:defRPr>
            </a:lvl6pPr>
            <a:lvl7pPr lvl="6" algn="ctr">
              <a:lnSpc>
                <a:spcPct val="100000"/>
              </a:lnSpc>
              <a:spcBef>
                <a:spcPts val="0"/>
              </a:spcBef>
              <a:spcAft>
                <a:spcPts val="0"/>
              </a:spcAft>
              <a:buSzPts val="2100"/>
              <a:buFont typeface="PT Sans"/>
              <a:buNone/>
              <a:defRPr sz="2100">
                <a:latin typeface="PT Sans"/>
                <a:ea typeface="PT Sans"/>
                <a:cs typeface="PT Sans"/>
                <a:sym typeface="PT Sans"/>
              </a:defRPr>
            </a:lvl7pPr>
            <a:lvl8pPr lvl="7" algn="ctr">
              <a:lnSpc>
                <a:spcPct val="100000"/>
              </a:lnSpc>
              <a:spcBef>
                <a:spcPts val="0"/>
              </a:spcBef>
              <a:spcAft>
                <a:spcPts val="0"/>
              </a:spcAft>
              <a:buSzPts val="2100"/>
              <a:buFont typeface="PT Sans"/>
              <a:buNone/>
              <a:defRPr sz="2100">
                <a:latin typeface="PT Sans"/>
                <a:ea typeface="PT Sans"/>
                <a:cs typeface="PT Sans"/>
                <a:sym typeface="PT Sans"/>
              </a:defRPr>
            </a:lvl8pPr>
            <a:lvl9pPr lvl="8"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3059" name="Google Shape;3059;p82"/>
          <p:cNvSpPr txBox="1"/>
          <p:nvPr>
            <p:ph idx="2" type="subTitle"/>
          </p:nvPr>
        </p:nvSpPr>
        <p:spPr>
          <a:xfrm>
            <a:off x="938500" y="2816100"/>
            <a:ext cx="2173200" cy="440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Secular One"/>
              <a:buNone/>
              <a:defRPr sz="2700">
                <a:solidFill>
                  <a:schemeClr val="dk1"/>
                </a:solidFill>
                <a:latin typeface="Secular One"/>
                <a:ea typeface="Secular One"/>
                <a:cs typeface="Secular One"/>
                <a:sym typeface="Secular One"/>
              </a:defRPr>
            </a:lvl1pPr>
            <a:lvl2pPr lvl="1"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2pPr>
            <a:lvl3pPr lvl="2"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3pPr>
            <a:lvl4pPr lvl="3"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4pPr>
            <a:lvl5pPr lvl="4"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5pPr>
            <a:lvl6pPr lvl="5"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6pPr>
            <a:lvl7pPr lvl="6"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7pPr>
            <a:lvl8pPr lvl="7"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8pPr>
            <a:lvl9pPr lvl="8"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9pPr>
          </a:lstStyle>
          <a:p/>
        </p:txBody>
      </p:sp>
      <p:sp>
        <p:nvSpPr>
          <p:cNvPr id="3060" name="Google Shape;3060;p82"/>
          <p:cNvSpPr txBox="1"/>
          <p:nvPr>
            <p:ph hasCustomPrompt="1" idx="3" type="title"/>
          </p:nvPr>
        </p:nvSpPr>
        <p:spPr>
          <a:xfrm>
            <a:off x="6420050" y="1809700"/>
            <a:ext cx="1397700" cy="4068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2700">
                <a:solidFill>
                  <a:schemeClr val="l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3061" name="Google Shape;3061;p82"/>
          <p:cNvSpPr txBox="1"/>
          <p:nvPr>
            <p:ph idx="4" type="subTitle"/>
          </p:nvPr>
        </p:nvSpPr>
        <p:spPr>
          <a:xfrm>
            <a:off x="3485400" y="3610805"/>
            <a:ext cx="2173200" cy="759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PT Sans"/>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Font typeface="PT Sans"/>
              <a:buNone/>
              <a:defRPr sz="2100">
                <a:latin typeface="PT Sans"/>
                <a:ea typeface="PT Sans"/>
                <a:cs typeface="PT Sans"/>
                <a:sym typeface="PT Sans"/>
              </a:defRPr>
            </a:lvl4pPr>
            <a:lvl5pPr lvl="4" algn="ctr">
              <a:lnSpc>
                <a:spcPct val="100000"/>
              </a:lnSpc>
              <a:spcBef>
                <a:spcPts val="0"/>
              </a:spcBef>
              <a:spcAft>
                <a:spcPts val="0"/>
              </a:spcAft>
              <a:buSzPts val="2100"/>
              <a:buFont typeface="PT Sans"/>
              <a:buNone/>
              <a:defRPr sz="2100">
                <a:latin typeface="PT Sans"/>
                <a:ea typeface="PT Sans"/>
                <a:cs typeface="PT Sans"/>
                <a:sym typeface="PT Sans"/>
              </a:defRPr>
            </a:lvl5pPr>
            <a:lvl6pPr lvl="5" algn="ctr">
              <a:lnSpc>
                <a:spcPct val="100000"/>
              </a:lnSpc>
              <a:spcBef>
                <a:spcPts val="0"/>
              </a:spcBef>
              <a:spcAft>
                <a:spcPts val="0"/>
              </a:spcAft>
              <a:buSzPts val="2100"/>
              <a:buFont typeface="PT Sans"/>
              <a:buNone/>
              <a:defRPr sz="2100">
                <a:latin typeface="PT Sans"/>
                <a:ea typeface="PT Sans"/>
                <a:cs typeface="PT Sans"/>
                <a:sym typeface="PT Sans"/>
              </a:defRPr>
            </a:lvl6pPr>
            <a:lvl7pPr lvl="6" algn="ctr">
              <a:lnSpc>
                <a:spcPct val="100000"/>
              </a:lnSpc>
              <a:spcBef>
                <a:spcPts val="0"/>
              </a:spcBef>
              <a:spcAft>
                <a:spcPts val="0"/>
              </a:spcAft>
              <a:buSzPts val="2100"/>
              <a:buFont typeface="PT Sans"/>
              <a:buNone/>
              <a:defRPr sz="2100">
                <a:latin typeface="PT Sans"/>
                <a:ea typeface="PT Sans"/>
                <a:cs typeface="PT Sans"/>
                <a:sym typeface="PT Sans"/>
              </a:defRPr>
            </a:lvl7pPr>
            <a:lvl8pPr lvl="7" algn="ctr">
              <a:lnSpc>
                <a:spcPct val="100000"/>
              </a:lnSpc>
              <a:spcBef>
                <a:spcPts val="0"/>
              </a:spcBef>
              <a:spcAft>
                <a:spcPts val="0"/>
              </a:spcAft>
              <a:buSzPts val="2100"/>
              <a:buFont typeface="PT Sans"/>
              <a:buNone/>
              <a:defRPr sz="2100">
                <a:latin typeface="PT Sans"/>
                <a:ea typeface="PT Sans"/>
                <a:cs typeface="PT Sans"/>
                <a:sym typeface="PT Sans"/>
              </a:defRPr>
            </a:lvl8pPr>
            <a:lvl9pPr lvl="8"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3062" name="Google Shape;3062;p82"/>
          <p:cNvSpPr txBox="1"/>
          <p:nvPr>
            <p:ph idx="5" type="subTitle"/>
          </p:nvPr>
        </p:nvSpPr>
        <p:spPr>
          <a:xfrm>
            <a:off x="3485400" y="3254930"/>
            <a:ext cx="2173200" cy="440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Secular One"/>
              <a:buNone/>
              <a:defRPr sz="2700">
                <a:solidFill>
                  <a:schemeClr val="dk1"/>
                </a:solidFill>
                <a:latin typeface="Secular One"/>
                <a:ea typeface="Secular One"/>
                <a:cs typeface="Secular One"/>
                <a:sym typeface="Secular One"/>
              </a:defRPr>
            </a:lvl1pPr>
            <a:lvl2pPr lvl="1"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2pPr>
            <a:lvl3pPr lvl="2"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3pPr>
            <a:lvl4pPr lvl="3"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4pPr>
            <a:lvl5pPr lvl="4"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5pPr>
            <a:lvl6pPr lvl="5"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6pPr>
            <a:lvl7pPr lvl="6"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7pPr>
            <a:lvl8pPr lvl="7"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8pPr>
            <a:lvl9pPr lvl="8"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9pPr>
          </a:lstStyle>
          <a:p/>
        </p:txBody>
      </p:sp>
      <p:sp>
        <p:nvSpPr>
          <p:cNvPr id="3063" name="Google Shape;3063;p82"/>
          <p:cNvSpPr txBox="1"/>
          <p:nvPr>
            <p:ph hasCustomPrompt="1" idx="6" type="title"/>
          </p:nvPr>
        </p:nvSpPr>
        <p:spPr>
          <a:xfrm>
            <a:off x="3873150" y="2096130"/>
            <a:ext cx="1397700" cy="4068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2700">
                <a:solidFill>
                  <a:schemeClr val="l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3064" name="Google Shape;3064;p82"/>
          <p:cNvSpPr txBox="1"/>
          <p:nvPr>
            <p:ph idx="7" type="subTitle"/>
          </p:nvPr>
        </p:nvSpPr>
        <p:spPr>
          <a:xfrm>
            <a:off x="6032300" y="3171975"/>
            <a:ext cx="2173200" cy="759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PT Sans"/>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Font typeface="PT Sans"/>
              <a:buNone/>
              <a:defRPr sz="2100">
                <a:latin typeface="PT Sans"/>
                <a:ea typeface="PT Sans"/>
                <a:cs typeface="PT Sans"/>
                <a:sym typeface="PT Sans"/>
              </a:defRPr>
            </a:lvl4pPr>
            <a:lvl5pPr lvl="4" algn="ctr">
              <a:lnSpc>
                <a:spcPct val="100000"/>
              </a:lnSpc>
              <a:spcBef>
                <a:spcPts val="0"/>
              </a:spcBef>
              <a:spcAft>
                <a:spcPts val="0"/>
              </a:spcAft>
              <a:buSzPts val="2100"/>
              <a:buFont typeface="PT Sans"/>
              <a:buNone/>
              <a:defRPr sz="2100">
                <a:latin typeface="PT Sans"/>
                <a:ea typeface="PT Sans"/>
                <a:cs typeface="PT Sans"/>
                <a:sym typeface="PT Sans"/>
              </a:defRPr>
            </a:lvl5pPr>
            <a:lvl6pPr lvl="5" algn="ctr">
              <a:lnSpc>
                <a:spcPct val="100000"/>
              </a:lnSpc>
              <a:spcBef>
                <a:spcPts val="0"/>
              </a:spcBef>
              <a:spcAft>
                <a:spcPts val="0"/>
              </a:spcAft>
              <a:buSzPts val="2100"/>
              <a:buFont typeface="PT Sans"/>
              <a:buNone/>
              <a:defRPr sz="2100">
                <a:latin typeface="PT Sans"/>
                <a:ea typeface="PT Sans"/>
                <a:cs typeface="PT Sans"/>
                <a:sym typeface="PT Sans"/>
              </a:defRPr>
            </a:lvl6pPr>
            <a:lvl7pPr lvl="6" algn="ctr">
              <a:lnSpc>
                <a:spcPct val="100000"/>
              </a:lnSpc>
              <a:spcBef>
                <a:spcPts val="0"/>
              </a:spcBef>
              <a:spcAft>
                <a:spcPts val="0"/>
              </a:spcAft>
              <a:buSzPts val="2100"/>
              <a:buFont typeface="PT Sans"/>
              <a:buNone/>
              <a:defRPr sz="2100">
                <a:latin typeface="PT Sans"/>
                <a:ea typeface="PT Sans"/>
                <a:cs typeface="PT Sans"/>
                <a:sym typeface="PT Sans"/>
              </a:defRPr>
            </a:lvl7pPr>
            <a:lvl8pPr lvl="7" algn="ctr">
              <a:lnSpc>
                <a:spcPct val="100000"/>
              </a:lnSpc>
              <a:spcBef>
                <a:spcPts val="0"/>
              </a:spcBef>
              <a:spcAft>
                <a:spcPts val="0"/>
              </a:spcAft>
              <a:buSzPts val="2100"/>
              <a:buFont typeface="PT Sans"/>
              <a:buNone/>
              <a:defRPr sz="2100">
                <a:latin typeface="PT Sans"/>
                <a:ea typeface="PT Sans"/>
                <a:cs typeface="PT Sans"/>
                <a:sym typeface="PT Sans"/>
              </a:defRPr>
            </a:lvl8pPr>
            <a:lvl9pPr lvl="8"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3065" name="Google Shape;3065;p82"/>
          <p:cNvSpPr txBox="1"/>
          <p:nvPr>
            <p:ph idx="8" type="subTitle"/>
          </p:nvPr>
        </p:nvSpPr>
        <p:spPr>
          <a:xfrm>
            <a:off x="6032300" y="2816100"/>
            <a:ext cx="2173200" cy="440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Secular One"/>
              <a:buNone/>
              <a:defRPr sz="2700">
                <a:solidFill>
                  <a:schemeClr val="dk1"/>
                </a:solidFill>
                <a:latin typeface="Secular One"/>
                <a:ea typeface="Secular One"/>
                <a:cs typeface="Secular One"/>
                <a:sym typeface="Secular One"/>
              </a:defRPr>
            </a:lvl1pPr>
            <a:lvl2pPr lvl="1"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2pPr>
            <a:lvl3pPr lvl="2"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3pPr>
            <a:lvl4pPr lvl="3"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4pPr>
            <a:lvl5pPr lvl="4"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5pPr>
            <a:lvl6pPr lvl="5"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6pPr>
            <a:lvl7pPr lvl="6"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7pPr>
            <a:lvl8pPr lvl="7"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8pPr>
            <a:lvl9pPr lvl="8" algn="ctr">
              <a:lnSpc>
                <a:spcPct val="100000"/>
              </a:lnSpc>
              <a:spcBef>
                <a:spcPts val="0"/>
              </a:spcBef>
              <a:spcAft>
                <a:spcPts val="0"/>
              </a:spcAft>
              <a:buClr>
                <a:schemeClr val="dk1"/>
              </a:buClr>
              <a:buSzPts val="2400"/>
              <a:buFont typeface="Secular One"/>
              <a:buNone/>
              <a:defRPr sz="2400">
                <a:solidFill>
                  <a:schemeClr val="dk1"/>
                </a:solidFill>
                <a:latin typeface="Secular One"/>
                <a:ea typeface="Secular One"/>
                <a:cs typeface="Secular One"/>
                <a:sym typeface="Secular One"/>
              </a:defRPr>
            </a:lvl9pPr>
          </a:lstStyle>
          <a:p/>
        </p:txBody>
      </p:sp>
      <p:sp>
        <p:nvSpPr>
          <p:cNvPr id="3066" name="Google Shape;3066;p82"/>
          <p:cNvSpPr txBox="1"/>
          <p:nvPr>
            <p:ph idx="9"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3067" name="Google Shape;3067;p82"/>
          <p:cNvGrpSpPr/>
          <p:nvPr/>
        </p:nvGrpSpPr>
        <p:grpSpPr>
          <a:xfrm>
            <a:off x="55999" y="-196653"/>
            <a:ext cx="9087992" cy="5218328"/>
            <a:chOff x="55999" y="-196653"/>
            <a:chExt cx="9087992" cy="5218328"/>
          </a:xfrm>
        </p:grpSpPr>
        <p:sp>
          <p:nvSpPr>
            <p:cNvPr id="3068" name="Google Shape;3068;p82"/>
            <p:cNvSpPr/>
            <p:nvPr/>
          </p:nvSpPr>
          <p:spPr>
            <a:xfrm rot="1771310">
              <a:off x="2431250" y="-133137"/>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69" name="Google Shape;3069;p82"/>
            <p:cNvPicPr preferRelativeResize="0"/>
            <p:nvPr/>
          </p:nvPicPr>
          <p:blipFill rotWithShape="1">
            <a:blip r:embed="rId2">
              <a:alphaModFix/>
            </a:blip>
            <a:srcRect b="12546" l="28959" r="12546" t="12546"/>
            <a:stretch/>
          </p:blipFill>
          <p:spPr>
            <a:xfrm rot="10800000">
              <a:off x="7824499" y="4425127"/>
              <a:ext cx="726651" cy="596548"/>
            </a:xfrm>
            <a:prstGeom prst="rect">
              <a:avLst/>
            </a:prstGeom>
            <a:noFill/>
            <a:ln>
              <a:noFill/>
            </a:ln>
          </p:spPr>
        </p:pic>
        <p:sp>
          <p:nvSpPr>
            <p:cNvPr id="3070" name="Google Shape;3070;p82"/>
            <p:cNvSpPr/>
            <p:nvPr/>
          </p:nvSpPr>
          <p:spPr>
            <a:xfrm rot="1771310">
              <a:off x="8730600" y="11021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71" name="Google Shape;3071;p82"/>
            <p:cNvPicPr preferRelativeResize="0"/>
            <p:nvPr/>
          </p:nvPicPr>
          <p:blipFill rotWithShape="1">
            <a:blip r:embed="rId2">
              <a:alphaModFix/>
            </a:blip>
            <a:srcRect b="12546" l="28959" r="12546" t="12546"/>
            <a:stretch/>
          </p:blipFill>
          <p:spPr>
            <a:xfrm rot="10800000">
              <a:off x="55999" y="1733502"/>
              <a:ext cx="726651" cy="596548"/>
            </a:xfrm>
            <a:prstGeom prst="rect">
              <a:avLst/>
            </a:prstGeom>
            <a:noFill/>
            <a:ln>
              <a:noFill/>
            </a:ln>
          </p:spPr>
        </p:pic>
        <p:sp>
          <p:nvSpPr>
            <p:cNvPr id="3072" name="Google Shape;3072;p82"/>
            <p:cNvSpPr/>
            <p:nvPr/>
          </p:nvSpPr>
          <p:spPr>
            <a:xfrm rot="1771310">
              <a:off x="1648375" y="45484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073" name="Shape 3073"/>
        <p:cNvGrpSpPr/>
        <p:nvPr/>
      </p:nvGrpSpPr>
      <p:grpSpPr>
        <a:xfrm>
          <a:off x="0" y="0"/>
          <a:ext cx="0" cy="0"/>
          <a:chOff x="0" y="0"/>
          <a:chExt cx="0" cy="0"/>
        </a:xfrm>
      </p:grpSpPr>
      <p:grpSp>
        <p:nvGrpSpPr>
          <p:cNvPr id="3074" name="Google Shape;3074;p83"/>
          <p:cNvGrpSpPr/>
          <p:nvPr/>
        </p:nvGrpSpPr>
        <p:grpSpPr>
          <a:xfrm>
            <a:off x="-6475" y="2927242"/>
            <a:ext cx="9250200" cy="2229968"/>
            <a:chOff x="-6475" y="2927242"/>
            <a:chExt cx="9250200" cy="2229968"/>
          </a:xfrm>
        </p:grpSpPr>
        <p:grpSp>
          <p:nvGrpSpPr>
            <p:cNvPr id="3075" name="Google Shape;3075;p83"/>
            <p:cNvGrpSpPr/>
            <p:nvPr/>
          </p:nvGrpSpPr>
          <p:grpSpPr>
            <a:xfrm flipH="1">
              <a:off x="5831182" y="2927242"/>
              <a:ext cx="3303413" cy="1672406"/>
              <a:chOff x="-6475" y="2302000"/>
              <a:chExt cx="3303413" cy="1865900"/>
            </a:xfrm>
          </p:grpSpPr>
          <p:sp>
            <p:nvSpPr>
              <p:cNvPr id="3076" name="Google Shape;3076;p83"/>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83"/>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83"/>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83"/>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83"/>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83"/>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83"/>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83"/>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4" name="Google Shape;3084;p83"/>
            <p:cNvGrpSpPr/>
            <p:nvPr/>
          </p:nvGrpSpPr>
          <p:grpSpPr>
            <a:xfrm>
              <a:off x="-6475" y="2927242"/>
              <a:ext cx="3303413" cy="1672406"/>
              <a:chOff x="-6475" y="2302000"/>
              <a:chExt cx="3303413" cy="1865900"/>
            </a:xfrm>
          </p:grpSpPr>
          <p:sp>
            <p:nvSpPr>
              <p:cNvPr id="3085" name="Google Shape;3085;p83"/>
              <p:cNvSpPr/>
              <p:nvPr/>
            </p:nvSpPr>
            <p:spPr>
              <a:xfrm>
                <a:off x="-6475" y="2302000"/>
                <a:ext cx="298800" cy="18657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83"/>
              <p:cNvSpPr/>
              <p:nvPr/>
            </p:nvSpPr>
            <p:spPr>
              <a:xfrm>
                <a:off x="422755" y="2999625"/>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83"/>
              <p:cNvSpPr/>
              <p:nvPr/>
            </p:nvSpPr>
            <p:spPr>
              <a:xfrm>
                <a:off x="851986" y="2740800"/>
                <a:ext cx="298800" cy="14271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83"/>
              <p:cNvSpPr/>
              <p:nvPr/>
            </p:nvSpPr>
            <p:spPr>
              <a:xfrm>
                <a:off x="1281216" y="2999500"/>
                <a:ext cx="298800" cy="1168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83"/>
              <p:cNvSpPr/>
              <p:nvPr/>
            </p:nvSpPr>
            <p:spPr>
              <a:xfrm>
                <a:off x="1710446"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83"/>
              <p:cNvSpPr/>
              <p:nvPr/>
            </p:nvSpPr>
            <p:spPr>
              <a:xfrm>
                <a:off x="2139677"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83"/>
              <p:cNvSpPr/>
              <p:nvPr/>
            </p:nvSpPr>
            <p:spPr>
              <a:xfrm>
                <a:off x="2568907" y="2528400"/>
                <a:ext cx="298800" cy="1639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83"/>
              <p:cNvSpPr/>
              <p:nvPr/>
            </p:nvSpPr>
            <p:spPr>
              <a:xfrm>
                <a:off x="2998138" y="3653050"/>
                <a:ext cx="298800" cy="514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3" name="Google Shape;3093;p83"/>
            <p:cNvGrpSpPr/>
            <p:nvPr/>
          </p:nvGrpSpPr>
          <p:grpSpPr>
            <a:xfrm>
              <a:off x="-6475" y="4609669"/>
              <a:ext cx="9250200" cy="547540"/>
              <a:chOff x="-6475" y="4167900"/>
              <a:chExt cx="9250200" cy="988875"/>
            </a:xfrm>
          </p:grpSpPr>
          <p:cxnSp>
            <p:nvCxnSpPr>
              <p:cNvPr id="3094" name="Google Shape;3094;p83"/>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095" name="Google Shape;3095;p83"/>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096" name="Google Shape;3096;p83"/>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097" name="Google Shape;3097;p83"/>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098" name="Google Shape;3098;p83"/>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3099" name="Google Shape;3099;p83"/>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3100" name="Google Shape;3100;p83"/>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3101" name="Google Shape;3101;p83"/>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3102" name="Google Shape;3102;p83"/>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3103" name="Google Shape;3103;p83"/>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3104" name="Google Shape;3104;p83"/>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3105" name="Google Shape;3105;p83"/>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sp>
        <p:nvSpPr>
          <p:cNvPr id="3106" name="Google Shape;3106;p83"/>
          <p:cNvSpPr txBox="1"/>
          <p:nvPr>
            <p:ph type="title"/>
          </p:nvPr>
        </p:nvSpPr>
        <p:spPr>
          <a:xfrm>
            <a:off x="713275" y="382025"/>
            <a:ext cx="4448100" cy="13014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sz="85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07" name="Google Shape;3107;p83"/>
          <p:cNvSpPr txBox="1"/>
          <p:nvPr>
            <p:ph idx="1" type="subTitle"/>
          </p:nvPr>
        </p:nvSpPr>
        <p:spPr>
          <a:xfrm>
            <a:off x="713275" y="1683475"/>
            <a:ext cx="4448100" cy="105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08" name="Google Shape;3108;p83"/>
          <p:cNvSpPr txBox="1"/>
          <p:nvPr/>
        </p:nvSpPr>
        <p:spPr>
          <a:xfrm>
            <a:off x="713275" y="3763100"/>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Barlow"/>
                <a:ea typeface="Barlow"/>
                <a:cs typeface="Barlow"/>
                <a:sym typeface="Barlow"/>
              </a:rPr>
              <a:t>CREDITS:</a:t>
            </a:r>
            <a:r>
              <a:rPr lang="en" sz="1200">
                <a:solidFill>
                  <a:schemeClr val="dk1"/>
                </a:solidFill>
                <a:latin typeface="Barlow"/>
                <a:ea typeface="Barlow"/>
                <a:cs typeface="Barlow"/>
                <a:sym typeface="Barlow"/>
              </a:rPr>
              <a:t> This presentation template was created by </a:t>
            </a:r>
            <a:r>
              <a:rPr b="1" lang="en" sz="1200" u="sng">
                <a:solidFill>
                  <a:schemeClr val="dk1"/>
                </a:solidFill>
                <a:latin typeface="Barlow"/>
                <a:ea typeface="Barlow"/>
                <a:cs typeface="Barlow"/>
                <a:sym typeface="Barlow"/>
                <a:hlinkClick r:id="rId2">
                  <a:extLst>
                    <a:ext uri="{A12FA001-AC4F-418D-AE19-62706E023703}">
                      <ahyp:hlinkClr val="tx"/>
                    </a:ext>
                  </a:extLst>
                </a:hlinkClick>
              </a:rPr>
              <a:t>Slidesgo</a:t>
            </a:r>
            <a:r>
              <a:rPr lang="en" sz="1200">
                <a:solidFill>
                  <a:schemeClr val="dk1"/>
                </a:solidFill>
                <a:latin typeface="Barlow"/>
                <a:ea typeface="Barlow"/>
                <a:cs typeface="Barlow"/>
                <a:sym typeface="Barlow"/>
              </a:rPr>
              <a:t>, and includes icons by </a:t>
            </a:r>
            <a:r>
              <a:rPr b="1" lang="en" sz="1200" u="sng">
                <a:solidFill>
                  <a:schemeClr val="dk1"/>
                </a:solidFill>
                <a:latin typeface="Barlow"/>
                <a:ea typeface="Barlow"/>
                <a:cs typeface="Barlow"/>
                <a:sym typeface="Barlow"/>
                <a:hlinkClick r:id="rId3">
                  <a:extLst>
                    <a:ext uri="{A12FA001-AC4F-418D-AE19-62706E023703}">
                      <ahyp:hlinkClr val="tx"/>
                    </a:ext>
                  </a:extLst>
                </a:hlinkClick>
              </a:rPr>
              <a:t>Flaticon</a:t>
            </a:r>
            <a:r>
              <a:rPr lang="en" sz="1200">
                <a:solidFill>
                  <a:schemeClr val="dk1"/>
                </a:solidFill>
                <a:latin typeface="Barlow"/>
                <a:ea typeface="Barlow"/>
                <a:cs typeface="Barlow"/>
                <a:sym typeface="Barlow"/>
              </a:rPr>
              <a:t>, and infographics &amp; images by </a:t>
            </a:r>
            <a:r>
              <a:rPr b="1" lang="en" sz="1200" u="sng">
                <a:solidFill>
                  <a:schemeClr val="dk1"/>
                </a:solidFill>
                <a:latin typeface="Barlow"/>
                <a:ea typeface="Barlow"/>
                <a:cs typeface="Barlow"/>
                <a:sym typeface="Barlow"/>
                <a:hlinkClick r:id="rId4">
                  <a:extLst>
                    <a:ext uri="{A12FA001-AC4F-418D-AE19-62706E023703}">
                      <ahyp:hlinkClr val="tx"/>
                    </a:ext>
                  </a:extLst>
                </a:hlinkClick>
              </a:rPr>
              <a:t>Freepik</a:t>
            </a:r>
            <a:r>
              <a:rPr lang="en" sz="1200" u="sng">
                <a:solidFill>
                  <a:schemeClr val="dk1"/>
                </a:solidFill>
                <a:latin typeface="Barlow"/>
                <a:ea typeface="Barlow"/>
                <a:cs typeface="Barlow"/>
                <a:sym typeface="Barlow"/>
              </a:rPr>
              <a:t> </a:t>
            </a:r>
            <a:endParaRPr b="1" sz="1200" u="sng">
              <a:solidFill>
                <a:schemeClr val="dk1"/>
              </a:solidFill>
              <a:latin typeface="Barlow"/>
              <a:ea typeface="Barlow"/>
              <a:cs typeface="Barlow"/>
              <a:sym typeface="Barlow"/>
            </a:endParaRPr>
          </a:p>
        </p:txBody>
      </p:sp>
      <p:grpSp>
        <p:nvGrpSpPr>
          <p:cNvPr id="3109" name="Google Shape;3109;p83"/>
          <p:cNvGrpSpPr/>
          <p:nvPr/>
        </p:nvGrpSpPr>
        <p:grpSpPr>
          <a:xfrm>
            <a:off x="-349201" y="7272"/>
            <a:ext cx="9428342" cy="4499445"/>
            <a:chOff x="-349201" y="7272"/>
            <a:chExt cx="9428342" cy="4499445"/>
          </a:xfrm>
        </p:grpSpPr>
        <p:sp>
          <p:nvSpPr>
            <p:cNvPr id="3110" name="Google Shape;3110;p83"/>
            <p:cNvSpPr/>
            <p:nvPr/>
          </p:nvSpPr>
          <p:spPr>
            <a:xfrm rot="1771310">
              <a:off x="1465550" y="707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11" name="Google Shape;3111;p83"/>
            <p:cNvPicPr preferRelativeResize="0"/>
            <p:nvPr/>
          </p:nvPicPr>
          <p:blipFill rotWithShape="1">
            <a:blip r:embed="rId5">
              <a:alphaModFix/>
            </a:blip>
            <a:srcRect b="12546" l="28959" r="12546" t="12546"/>
            <a:stretch/>
          </p:blipFill>
          <p:spPr>
            <a:xfrm rot="10800000">
              <a:off x="-349201" y="3754652"/>
              <a:ext cx="726651" cy="596548"/>
            </a:xfrm>
            <a:prstGeom prst="rect">
              <a:avLst/>
            </a:prstGeom>
            <a:noFill/>
            <a:ln>
              <a:noFill/>
            </a:ln>
          </p:spPr>
        </p:pic>
        <p:sp>
          <p:nvSpPr>
            <p:cNvPr id="3112" name="Google Shape;3112;p83"/>
            <p:cNvSpPr/>
            <p:nvPr/>
          </p:nvSpPr>
          <p:spPr>
            <a:xfrm rot="1771310">
              <a:off x="8665750" y="409338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113" name="Shape 3113"/>
        <p:cNvGrpSpPr/>
        <p:nvPr/>
      </p:nvGrpSpPr>
      <p:grpSpPr>
        <a:xfrm>
          <a:off x="0" y="0"/>
          <a:ext cx="0" cy="0"/>
          <a:chOff x="0" y="0"/>
          <a:chExt cx="0" cy="0"/>
        </a:xfrm>
      </p:grpSpPr>
      <p:grpSp>
        <p:nvGrpSpPr>
          <p:cNvPr id="3114" name="Google Shape;3114;p84"/>
          <p:cNvGrpSpPr/>
          <p:nvPr/>
        </p:nvGrpSpPr>
        <p:grpSpPr>
          <a:xfrm>
            <a:off x="-6475" y="2716224"/>
            <a:ext cx="9250200" cy="2440985"/>
            <a:chOff x="-6475" y="2716224"/>
            <a:chExt cx="9250200" cy="2440985"/>
          </a:xfrm>
        </p:grpSpPr>
        <p:grpSp>
          <p:nvGrpSpPr>
            <p:cNvPr id="3115" name="Google Shape;3115;p84"/>
            <p:cNvGrpSpPr/>
            <p:nvPr/>
          </p:nvGrpSpPr>
          <p:grpSpPr>
            <a:xfrm>
              <a:off x="-6475" y="4609669"/>
              <a:ext cx="9250200" cy="547540"/>
              <a:chOff x="-6475" y="4167900"/>
              <a:chExt cx="9250200" cy="988875"/>
            </a:xfrm>
          </p:grpSpPr>
          <p:cxnSp>
            <p:nvCxnSpPr>
              <p:cNvPr id="3116" name="Google Shape;3116;p84"/>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117" name="Google Shape;3117;p84"/>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118" name="Google Shape;3118;p84"/>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119" name="Google Shape;3119;p84"/>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120" name="Google Shape;3120;p84"/>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3121" name="Google Shape;3121;p84"/>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3122" name="Google Shape;3122;p84"/>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3123" name="Google Shape;3123;p84"/>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3124" name="Google Shape;3124;p84"/>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3125" name="Google Shape;3125;p84"/>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3126" name="Google Shape;3126;p84"/>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3127" name="Google Shape;3127;p84"/>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nvGrpSpPr>
            <p:cNvPr id="3128" name="Google Shape;3128;p84"/>
            <p:cNvGrpSpPr/>
            <p:nvPr/>
          </p:nvGrpSpPr>
          <p:grpSpPr>
            <a:xfrm>
              <a:off x="-6475" y="2716224"/>
              <a:ext cx="9141070" cy="1893600"/>
              <a:chOff x="-6475" y="2716224"/>
              <a:chExt cx="9141070" cy="1893600"/>
            </a:xfrm>
          </p:grpSpPr>
          <p:sp>
            <p:nvSpPr>
              <p:cNvPr id="3129" name="Google Shape;3129;p84"/>
              <p:cNvSpPr/>
              <p:nvPr/>
            </p:nvSpPr>
            <p:spPr>
              <a:xfrm flipH="1">
                <a:off x="8835795" y="2937530"/>
                <a:ext cx="298800" cy="1672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84"/>
              <p:cNvSpPr/>
              <p:nvPr/>
            </p:nvSpPr>
            <p:spPr>
              <a:xfrm flipH="1">
                <a:off x="8393681" y="3562730"/>
                <a:ext cx="298800" cy="1047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84"/>
              <p:cNvSpPr/>
              <p:nvPr/>
            </p:nvSpPr>
            <p:spPr>
              <a:xfrm flipH="1">
                <a:off x="7951568" y="3330530"/>
                <a:ext cx="298800" cy="1279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84"/>
              <p:cNvSpPr/>
              <p:nvPr/>
            </p:nvSpPr>
            <p:spPr>
              <a:xfrm flipH="1">
                <a:off x="7509454" y="3562730"/>
                <a:ext cx="298800" cy="1047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84"/>
              <p:cNvSpPr/>
              <p:nvPr/>
            </p:nvSpPr>
            <p:spPr>
              <a:xfrm flipH="1">
                <a:off x="7067341" y="3140330"/>
                <a:ext cx="298800" cy="1469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84"/>
              <p:cNvSpPr/>
              <p:nvPr/>
            </p:nvSpPr>
            <p:spPr>
              <a:xfrm flipH="1">
                <a:off x="6625227" y="4148330"/>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84"/>
              <p:cNvSpPr/>
              <p:nvPr/>
            </p:nvSpPr>
            <p:spPr>
              <a:xfrm flipH="1">
                <a:off x="6183114" y="3140330"/>
                <a:ext cx="298800" cy="1469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84"/>
              <p:cNvSpPr/>
              <p:nvPr/>
            </p:nvSpPr>
            <p:spPr>
              <a:xfrm flipH="1">
                <a:off x="5298887" y="4148330"/>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84"/>
              <p:cNvSpPr/>
              <p:nvPr/>
            </p:nvSpPr>
            <p:spPr>
              <a:xfrm>
                <a:off x="-6475" y="2716224"/>
                <a:ext cx="298800" cy="1893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84"/>
              <p:cNvSpPr/>
              <p:nvPr/>
            </p:nvSpPr>
            <p:spPr>
              <a:xfrm>
                <a:off x="435639" y="3562730"/>
                <a:ext cx="298800" cy="1047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84"/>
              <p:cNvSpPr/>
              <p:nvPr/>
            </p:nvSpPr>
            <p:spPr>
              <a:xfrm>
                <a:off x="877752" y="3330530"/>
                <a:ext cx="298800" cy="12792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84"/>
              <p:cNvSpPr/>
              <p:nvPr/>
            </p:nvSpPr>
            <p:spPr>
              <a:xfrm>
                <a:off x="1319866" y="3562730"/>
                <a:ext cx="298800" cy="1047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84"/>
              <p:cNvSpPr/>
              <p:nvPr/>
            </p:nvSpPr>
            <p:spPr>
              <a:xfrm>
                <a:off x="1761979" y="3140330"/>
                <a:ext cx="298800" cy="1469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84"/>
              <p:cNvSpPr/>
              <p:nvPr/>
            </p:nvSpPr>
            <p:spPr>
              <a:xfrm>
                <a:off x="2204093" y="4148330"/>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84"/>
              <p:cNvSpPr/>
              <p:nvPr/>
            </p:nvSpPr>
            <p:spPr>
              <a:xfrm>
                <a:off x="2646206" y="3140330"/>
                <a:ext cx="298800" cy="1469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84"/>
              <p:cNvSpPr/>
              <p:nvPr/>
            </p:nvSpPr>
            <p:spPr>
              <a:xfrm>
                <a:off x="3088320" y="4148330"/>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84"/>
              <p:cNvSpPr/>
              <p:nvPr/>
            </p:nvSpPr>
            <p:spPr>
              <a:xfrm>
                <a:off x="3530433" y="3140330"/>
                <a:ext cx="298800" cy="1469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84"/>
              <p:cNvSpPr/>
              <p:nvPr/>
            </p:nvSpPr>
            <p:spPr>
              <a:xfrm>
                <a:off x="4414660" y="3140330"/>
                <a:ext cx="298800" cy="1469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84"/>
              <p:cNvSpPr/>
              <p:nvPr/>
            </p:nvSpPr>
            <p:spPr>
              <a:xfrm>
                <a:off x="4856773" y="3949130"/>
                <a:ext cx="298800" cy="660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84"/>
              <p:cNvSpPr/>
              <p:nvPr/>
            </p:nvSpPr>
            <p:spPr>
              <a:xfrm>
                <a:off x="3972546" y="3562730"/>
                <a:ext cx="298800" cy="1047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84"/>
              <p:cNvSpPr/>
              <p:nvPr/>
            </p:nvSpPr>
            <p:spPr>
              <a:xfrm>
                <a:off x="5741000" y="4148330"/>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50" name="Google Shape;3150;p84"/>
          <p:cNvGrpSpPr/>
          <p:nvPr/>
        </p:nvGrpSpPr>
        <p:grpSpPr>
          <a:xfrm>
            <a:off x="-6473" y="337177"/>
            <a:ext cx="9003464" cy="4483123"/>
            <a:chOff x="-6473" y="337177"/>
            <a:chExt cx="9003464" cy="4483123"/>
          </a:xfrm>
        </p:grpSpPr>
        <p:pic>
          <p:nvPicPr>
            <p:cNvPr id="3151" name="Google Shape;3151;p84"/>
            <p:cNvPicPr preferRelativeResize="0"/>
            <p:nvPr/>
          </p:nvPicPr>
          <p:blipFill rotWithShape="1">
            <a:blip r:embed="rId2">
              <a:alphaModFix/>
            </a:blip>
            <a:srcRect b="12546" l="28959" r="12546" t="12546"/>
            <a:stretch/>
          </p:blipFill>
          <p:spPr>
            <a:xfrm rot="10800000">
              <a:off x="-6473" y="4118400"/>
              <a:ext cx="854948" cy="701900"/>
            </a:xfrm>
            <a:prstGeom prst="rect">
              <a:avLst/>
            </a:prstGeom>
            <a:noFill/>
            <a:ln>
              <a:noFill/>
            </a:ln>
          </p:spPr>
        </p:pic>
        <p:grpSp>
          <p:nvGrpSpPr>
            <p:cNvPr id="3152" name="Google Shape;3152;p84"/>
            <p:cNvGrpSpPr/>
            <p:nvPr/>
          </p:nvGrpSpPr>
          <p:grpSpPr>
            <a:xfrm>
              <a:off x="340235" y="337177"/>
              <a:ext cx="745978" cy="516368"/>
              <a:chOff x="923424" y="1580182"/>
              <a:chExt cx="1171264" cy="810752"/>
            </a:xfrm>
          </p:grpSpPr>
          <p:sp>
            <p:nvSpPr>
              <p:cNvPr id="3153" name="Google Shape;3153;p84"/>
              <p:cNvSpPr/>
              <p:nvPr/>
            </p:nvSpPr>
            <p:spPr>
              <a:xfrm>
                <a:off x="923424" y="1782870"/>
                <a:ext cx="468064" cy="405392"/>
              </a:xfrm>
              <a:custGeom>
                <a:rect b="b" l="l" r="r" t="t"/>
                <a:pathLst>
                  <a:path extrusionOk="0" fill="none" h="25337" w="29254">
                    <a:moveTo>
                      <a:pt x="21942" y="0"/>
                    </a:moveTo>
                    <a:lnTo>
                      <a:pt x="7314" y="0"/>
                    </a:lnTo>
                    <a:lnTo>
                      <a:pt x="0" y="12668"/>
                    </a:lnTo>
                    <a:lnTo>
                      <a:pt x="7314" y="25336"/>
                    </a:lnTo>
                    <a:lnTo>
                      <a:pt x="21942"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84"/>
              <p:cNvSpPr/>
              <p:nvPr/>
            </p:nvSpPr>
            <p:spPr>
              <a:xfrm>
                <a:off x="1626624" y="1782870"/>
                <a:ext cx="468064" cy="405392"/>
              </a:xfrm>
              <a:custGeom>
                <a:rect b="b" l="l" r="r" t="t"/>
                <a:pathLst>
                  <a:path extrusionOk="0" fill="none" h="25337" w="29254">
                    <a:moveTo>
                      <a:pt x="21940" y="0"/>
                    </a:moveTo>
                    <a:lnTo>
                      <a:pt x="7314" y="0"/>
                    </a:lnTo>
                    <a:lnTo>
                      <a:pt x="0" y="12668"/>
                    </a:lnTo>
                    <a:lnTo>
                      <a:pt x="7314" y="25336"/>
                    </a:lnTo>
                    <a:lnTo>
                      <a:pt x="21940"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84"/>
              <p:cNvSpPr/>
              <p:nvPr/>
            </p:nvSpPr>
            <p:spPr>
              <a:xfrm>
                <a:off x="1274896" y="1580182"/>
                <a:ext cx="468096" cy="405392"/>
              </a:xfrm>
              <a:custGeom>
                <a:rect b="b" l="l" r="r" t="t"/>
                <a:pathLst>
                  <a:path extrusionOk="0" fill="none" h="25337" w="29256">
                    <a:moveTo>
                      <a:pt x="21942" y="1"/>
                    </a:moveTo>
                    <a:lnTo>
                      <a:pt x="7314" y="1"/>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84"/>
              <p:cNvSpPr/>
              <p:nvPr/>
            </p:nvSpPr>
            <p:spPr>
              <a:xfrm>
                <a:off x="1274896" y="1985558"/>
                <a:ext cx="468096" cy="405376"/>
              </a:xfrm>
              <a:custGeom>
                <a:rect b="b" l="l" r="r" t="t"/>
                <a:pathLst>
                  <a:path extrusionOk="0" fill="none" h="25336" w="29256">
                    <a:moveTo>
                      <a:pt x="21942" y="0"/>
                    </a:moveTo>
                    <a:lnTo>
                      <a:pt x="7314" y="0"/>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57" name="Google Shape;3157;p84"/>
            <p:cNvSpPr/>
            <p:nvPr/>
          </p:nvSpPr>
          <p:spPr>
            <a:xfrm rot="1771310">
              <a:off x="8583600" y="1804538"/>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158" name="Shape 3158"/>
        <p:cNvGrpSpPr/>
        <p:nvPr/>
      </p:nvGrpSpPr>
      <p:grpSpPr>
        <a:xfrm>
          <a:off x="0" y="0"/>
          <a:ext cx="0" cy="0"/>
          <a:chOff x="0" y="0"/>
          <a:chExt cx="0" cy="0"/>
        </a:xfrm>
      </p:grpSpPr>
      <p:sp>
        <p:nvSpPr>
          <p:cNvPr id="3159" name="Google Shape;3159;p85"/>
          <p:cNvSpPr/>
          <p:nvPr/>
        </p:nvSpPr>
        <p:spPr>
          <a:xfrm flipH="1">
            <a:off x="5298887" y="4148330"/>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85"/>
          <p:cNvSpPr/>
          <p:nvPr/>
        </p:nvSpPr>
        <p:spPr>
          <a:xfrm>
            <a:off x="3530425" y="4148329"/>
            <a:ext cx="298800" cy="461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85"/>
          <p:cNvSpPr/>
          <p:nvPr/>
        </p:nvSpPr>
        <p:spPr>
          <a:xfrm>
            <a:off x="4414650" y="4401830"/>
            <a:ext cx="298800" cy="207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85"/>
          <p:cNvSpPr/>
          <p:nvPr/>
        </p:nvSpPr>
        <p:spPr>
          <a:xfrm>
            <a:off x="4856775" y="4257354"/>
            <a:ext cx="298800" cy="352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85"/>
          <p:cNvSpPr/>
          <p:nvPr/>
        </p:nvSpPr>
        <p:spPr>
          <a:xfrm>
            <a:off x="3972550" y="4257352"/>
            <a:ext cx="298800" cy="3525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64" name="Google Shape;3164;p85"/>
          <p:cNvGrpSpPr/>
          <p:nvPr/>
        </p:nvGrpSpPr>
        <p:grpSpPr>
          <a:xfrm>
            <a:off x="-6475" y="1955300"/>
            <a:ext cx="9250200" cy="3201909"/>
            <a:chOff x="-6475" y="1955300"/>
            <a:chExt cx="9250200" cy="3201909"/>
          </a:xfrm>
        </p:grpSpPr>
        <p:grpSp>
          <p:nvGrpSpPr>
            <p:cNvPr id="3165" name="Google Shape;3165;p85"/>
            <p:cNvGrpSpPr/>
            <p:nvPr/>
          </p:nvGrpSpPr>
          <p:grpSpPr>
            <a:xfrm>
              <a:off x="-6475" y="4609669"/>
              <a:ext cx="9250200" cy="547540"/>
              <a:chOff x="-6475" y="4167900"/>
              <a:chExt cx="9250200" cy="988875"/>
            </a:xfrm>
          </p:grpSpPr>
          <p:cxnSp>
            <p:nvCxnSpPr>
              <p:cNvPr id="3166" name="Google Shape;3166;p85"/>
              <p:cNvCxnSpPr/>
              <p:nvPr/>
            </p:nvCxnSpPr>
            <p:spPr>
              <a:xfrm>
                <a:off x="2550" y="4167900"/>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167" name="Google Shape;3167;p85"/>
              <p:cNvCxnSpPr/>
              <p:nvPr/>
            </p:nvCxnSpPr>
            <p:spPr>
              <a:xfrm>
                <a:off x="2550" y="4338618"/>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168" name="Google Shape;3168;p85"/>
              <p:cNvCxnSpPr/>
              <p:nvPr/>
            </p:nvCxnSpPr>
            <p:spPr>
              <a:xfrm>
                <a:off x="2550" y="4566243"/>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169" name="Google Shape;3169;p85"/>
              <p:cNvCxnSpPr/>
              <p:nvPr/>
            </p:nvCxnSpPr>
            <p:spPr>
              <a:xfrm>
                <a:off x="2550" y="4850774"/>
                <a:ext cx="9138900" cy="0"/>
              </a:xfrm>
              <a:prstGeom prst="straightConnector1">
                <a:avLst/>
              </a:prstGeom>
              <a:noFill/>
              <a:ln cap="flat" cmpd="sng" w="9525">
                <a:solidFill>
                  <a:schemeClr val="lt1"/>
                </a:solidFill>
                <a:prstDash val="solid"/>
                <a:round/>
                <a:headEnd len="med" w="med" type="none"/>
                <a:tailEnd len="med" w="med" type="none"/>
              </a:ln>
            </p:spPr>
          </p:cxnSp>
          <p:cxnSp>
            <p:nvCxnSpPr>
              <p:cNvPr id="3170" name="Google Shape;3170;p85"/>
              <p:cNvCxnSpPr/>
              <p:nvPr/>
            </p:nvCxnSpPr>
            <p:spPr>
              <a:xfrm flipH="1" rot="10800000">
                <a:off x="-647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3171" name="Google Shape;3171;p85"/>
              <p:cNvCxnSpPr/>
              <p:nvPr/>
            </p:nvCxnSpPr>
            <p:spPr>
              <a:xfrm flipH="1" rot="10800000">
                <a:off x="1514439"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3172" name="Google Shape;3172;p85"/>
              <p:cNvCxnSpPr/>
              <p:nvPr/>
            </p:nvCxnSpPr>
            <p:spPr>
              <a:xfrm flipH="1" rot="10800000">
                <a:off x="2941154"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3173" name="Google Shape;3173;p85"/>
              <p:cNvCxnSpPr/>
              <p:nvPr/>
            </p:nvCxnSpPr>
            <p:spPr>
              <a:xfrm rot="10800000">
                <a:off x="4140768" y="4168414"/>
                <a:ext cx="0" cy="973500"/>
              </a:xfrm>
              <a:prstGeom prst="straightConnector1">
                <a:avLst/>
              </a:prstGeom>
              <a:noFill/>
              <a:ln cap="flat" cmpd="sng" w="9525">
                <a:solidFill>
                  <a:schemeClr val="lt1"/>
                </a:solidFill>
                <a:prstDash val="solid"/>
                <a:round/>
                <a:headEnd len="med" w="med" type="none"/>
                <a:tailEnd len="med" w="med" type="none"/>
              </a:ln>
            </p:spPr>
          </p:cxnSp>
          <p:cxnSp>
            <p:nvCxnSpPr>
              <p:cNvPr id="3174" name="Google Shape;3174;p85"/>
              <p:cNvCxnSpPr/>
              <p:nvPr/>
            </p:nvCxnSpPr>
            <p:spPr>
              <a:xfrm rot="10800000">
                <a:off x="8604125" y="4167973"/>
                <a:ext cx="639600" cy="827400"/>
              </a:xfrm>
              <a:prstGeom prst="straightConnector1">
                <a:avLst/>
              </a:prstGeom>
              <a:noFill/>
              <a:ln cap="flat" cmpd="sng" w="9525">
                <a:solidFill>
                  <a:schemeClr val="lt1"/>
                </a:solidFill>
                <a:prstDash val="solid"/>
                <a:round/>
                <a:headEnd len="med" w="med" type="none"/>
                <a:tailEnd len="med" w="med" type="none"/>
              </a:ln>
            </p:spPr>
          </p:cxnSp>
          <p:cxnSp>
            <p:nvCxnSpPr>
              <p:cNvPr id="3175" name="Google Shape;3175;p85"/>
              <p:cNvCxnSpPr/>
              <p:nvPr/>
            </p:nvCxnSpPr>
            <p:spPr>
              <a:xfrm rot="10800000">
                <a:off x="7177411" y="4168114"/>
                <a:ext cx="545400" cy="973800"/>
              </a:xfrm>
              <a:prstGeom prst="straightConnector1">
                <a:avLst/>
              </a:prstGeom>
              <a:noFill/>
              <a:ln cap="flat" cmpd="sng" w="9525">
                <a:solidFill>
                  <a:schemeClr val="lt1"/>
                </a:solidFill>
                <a:prstDash val="solid"/>
                <a:round/>
                <a:headEnd len="med" w="med" type="none"/>
                <a:tailEnd len="med" w="med" type="none"/>
              </a:ln>
            </p:spPr>
          </p:cxnSp>
          <p:cxnSp>
            <p:nvCxnSpPr>
              <p:cNvPr id="3176" name="Google Shape;3176;p85"/>
              <p:cNvCxnSpPr/>
              <p:nvPr/>
            </p:nvCxnSpPr>
            <p:spPr>
              <a:xfrm rot="10800000">
                <a:off x="5977796" y="4167975"/>
                <a:ext cx="318300" cy="988800"/>
              </a:xfrm>
              <a:prstGeom prst="straightConnector1">
                <a:avLst/>
              </a:prstGeom>
              <a:noFill/>
              <a:ln cap="flat" cmpd="sng" w="9525">
                <a:solidFill>
                  <a:schemeClr val="lt1"/>
                </a:solidFill>
                <a:prstDash val="solid"/>
                <a:round/>
                <a:headEnd len="med" w="med" type="none"/>
                <a:tailEnd len="med" w="med" type="none"/>
              </a:ln>
            </p:spPr>
          </p:cxnSp>
          <p:cxnSp>
            <p:nvCxnSpPr>
              <p:cNvPr id="3177" name="Google Shape;3177;p85"/>
              <p:cNvCxnSpPr/>
              <p:nvPr/>
            </p:nvCxnSpPr>
            <p:spPr>
              <a:xfrm rot="10800000">
                <a:off x="5022082" y="4168100"/>
                <a:ext cx="74400" cy="963900"/>
              </a:xfrm>
              <a:prstGeom prst="straightConnector1">
                <a:avLst/>
              </a:prstGeom>
              <a:noFill/>
              <a:ln cap="flat" cmpd="sng" w="9525">
                <a:solidFill>
                  <a:schemeClr val="lt1"/>
                </a:solidFill>
                <a:prstDash val="solid"/>
                <a:round/>
                <a:headEnd len="med" w="med" type="none"/>
                <a:tailEnd len="med" w="med" type="none"/>
              </a:ln>
            </p:spPr>
          </p:cxnSp>
        </p:grpSp>
        <p:grpSp>
          <p:nvGrpSpPr>
            <p:cNvPr id="3178" name="Google Shape;3178;p85"/>
            <p:cNvGrpSpPr/>
            <p:nvPr/>
          </p:nvGrpSpPr>
          <p:grpSpPr>
            <a:xfrm>
              <a:off x="-6475" y="1955300"/>
              <a:ext cx="9141075" cy="2654569"/>
              <a:chOff x="-6475" y="1955300"/>
              <a:chExt cx="9141075" cy="2654569"/>
            </a:xfrm>
          </p:grpSpPr>
          <p:sp>
            <p:nvSpPr>
              <p:cNvPr id="3179" name="Google Shape;3179;p85"/>
              <p:cNvSpPr/>
              <p:nvPr/>
            </p:nvSpPr>
            <p:spPr>
              <a:xfrm flipH="1">
                <a:off x="8835800" y="1955324"/>
                <a:ext cx="298800" cy="2654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85"/>
              <p:cNvSpPr/>
              <p:nvPr/>
            </p:nvSpPr>
            <p:spPr>
              <a:xfrm flipH="1">
                <a:off x="8393675" y="2253901"/>
                <a:ext cx="298800" cy="2355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85"/>
              <p:cNvSpPr/>
              <p:nvPr/>
            </p:nvSpPr>
            <p:spPr>
              <a:xfrm flipH="1">
                <a:off x="7951575" y="2619897"/>
                <a:ext cx="298800" cy="1989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85"/>
              <p:cNvSpPr/>
              <p:nvPr/>
            </p:nvSpPr>
            <p:spPr>
              <a:xfrm flipH="1">
                <a:off x="7509450" y="2985922"/>
                <a:ext cx="298800" cy="1623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85"/>
              <p:cNvSpPr/>
              <p:nvPr/>
            </p:nvSpPr>
            <p:spPr>
              <a:xfrm flipH="1">
                <a:off x="7067350" y="3429010"/>
                <a:ext cx="298800" cy="1180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85"/>
              <p:cNvSpPr/>
              <p:nvPr/>
            </p:nvSpPr>
            <p:spPr>
              <a:xfrm flipH="1">
                <a:off x="6625225" y="3631269"/>
                <a:ext cx="298800" cy="978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85"/>
              <p:cNvSpPr/>
              <p:nvPr/>
            </p:nvSpPr>
            <p:spPr>
              <a:xfrm flipH="1">
                <a:off x="6183125" y="3775752"/>
                <a:ext cx="298800" cy="834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85"/>
              <p:cNvSpPr/>
              <p:nvPr/>
            </p:nvSpPr>
            <p:spPr>
              <a:xfrm>
                <a:off x="-6475" y="1955300"/>
                <a:ext cx="298800" cy="26544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85"/>
              <p:cNvSpPr/>
              <p:nvPr/>
            </p:nvSpPr>
            <p:spPr>
              <a:xfrm>
                <a:off x="435650" y="2253901"/>
                <a:ext cx="298800" cy="2355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85"/>
              <p:cNvSpPr/>
              <p:nvPr/>
            </p:nvSpPr>
            <p:spPr>
              <a:xfrm>
                <a:off x="877750" y="2619897"/>
                <a:ext cx="298800" cy="1989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85"/>
              <p:cNvSpPr/>
              <p:nvPr/>
            </p:nvSpPr>
            <p:spPr>
              <a:xfrm>
                <a:off x="1319875" y="2985922"/>
                <a:ext cx="298800" cy="16239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85"/>
              <p:cNvSpPr/>
              <p:nvPr/>
            </p:nvSpPr>
            <p:spPr>
              <a:xfrm>
                <a:off x="1761975" y="3429001"/>
                <a:ext cx="298800" cy="11808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85"/>
              <p:cNvSpPr/>
              <p:nvPr/>
            </p:nvSpPr>
            <p:spPr>
              <a:xfrm>
                <a:off x="2204100" y="3631269"/>
                <a:ext cx="298800" cy="978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85"/>
              <p:cNvSpPr/>
              <p:nvPr/>
            </p:nvSpPr>
            <p:spPr>
              <a:xfrm>
                <a:off x="2646200" y="3775752"/>
                <a:ext cx="298800" cy="8340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85"/>
              <p:cNvSpPr/>
              <p:nvPr/>
            </p:nvSpPr>
            <p:spPr>
              <a:xfrm>
                <a:off x="3088325" y="3949122"/>
                <a:ext cx="298800" cy="660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85"/>
              <p:cNvSpPr/>
              <p:nvPr/>
            </p:nvSpPr>
            <p:spPr>
              <a:xfrm>
                <a:off x="5741001" y="3949122"/>
                <a:ext cx="298800" cy="660600"/>
              </a:xfrm>
              <a:prstGeom prst="rect">
                <a:avLst/>
              </a:prstGeom>
              <a:solidFill>
                <a:srgbClr val="A4ABD7">
                  <a:alpha val="47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95" name="Google Shape;3195;p85"/>
          <p:cNvGrpSpPr/>
          <p:nvPr/>
        </p:nvGrpSpPr>
        <p:grpSpPr>
          <a:xfrm>
            <a:off x="1344296" y="-3"/>
            <a:ext cx="7921842" cy="5143495"/>
            <a:chOff x="1344296" y="-3"/>
            <a:chExt cx="7921842" cy="5143495"/>
          </a:xfrm>
        </p:grpSpPr>
        <p:pic>
          <p:nvPicPr>
            <p:cNvPr id="3196" name="Google Shape;3196;p85"/>
            <p:cNvPicPr preferRelativeResize="0"/>
            <p:nvPr/>
          </p:nvPicPr>
          <p:blipFill rotWithShape="1">
            <a:blip r:embed="rId2">
              <a:alphaModFix/>
            </a:blip>
            <a:srcRect b="12546" l="28959" r="12546" t="12546"/>
            <a:stretch/>
          </p:blipFill>
          <p:spPr>
            <a:xfrm rot="10800000">
              <a:off x="8344502" y="3058875"/>
              <a:ext cx="854948" cy="701900"/>
            </a:xfrm>
            <a:prstGeom prst="rect">
              <a:avLst/>
            </a:prstGeom>
            <a:noFill/>
            <a:ln>
              <a:noFill/>
            </a:ln>
          </p:spPr>
        </p:pic>
        <p:grpSp>
          <p:nvGrpSpPr>
            <p:cNvPr id="3197" name="Google Shape;3197;p85"/>
            <p:cNvGrpSpPr/>
            <p:nvPr/>
          </p:nvGrpSpPr>
          <p:grpSpPr>
            <a:xfrm>
              <a:off x="8520160" y="433502"/>
              <a:ext cx="745978" cy="516368"/>
              <a:chOff x="923424" y="1580182"/>
              <a:chExt cx="1171264" cy="810752"/>
            </a:xfrm>
          </p:grpSpPr>
          <p:sp>
            <p:nvSpPr>
              <p:cNvPr id="3198" name="Google Shape;3198;p85"/>
              <p:cNvSpPr/>
              <p:nvPr/>
            </p:nvSpPr>
            <p:spPr>
              <a:xfrm>
                <a:off x="923424" y="1782870"/>
                <a:ext cx="468064" cy="405392"/>
              </a:xfrm>
              <a:custGeom>
                <a:rect b="b" l="l" r="r" t="t"/>
                <a:pathLst>
                  <a:path extrusionOk="0" fill="none" h="25337" w="29254">
                    <a:moveTo>
                      <a:pt x="21942" y="0"/>
                    </a:moveTo>
                    <a:lnTo>
                      <a:pt x="7314" y="0"/>
                    </a:lnTo>
                    <a:lnTo>
                      <a:pt x="0" y="12668"/>
                    </a:lnTo>
                    <a:lnTo>
                      <a:pt x="7314" y="25336"/>
                    </a:lnTo>
                    <a:lnTo>
                      <a:pt x="21942"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85"/>
              <p:cNvSpPr/>
              <p:nvPr/>
            </p:nvSpPr>
            <p:spPr>
              <a:xfrm>
                <a:off x="1626624" y="1782870"/>
                <a:ext cx="468064" cy="405392"/>
              </a:xfrm>
              <a:custGeom>
                <a:rect b="b" l="l" r="r" t="t"/>
                <a:pathLst>
                  <a:path extrusionOk="0" fill="none" h="25337" w="29254">
                    <a:moveTo>
                      <a:pt x="21940" y="0"/>
                    </a:moveTo>
                    <a:lnTo>
                      <a:pt x="7314" y="0"/>
                    </a:lnTo>
                    <a:lnTo>
                      <a:pt x="0" y="12668"/>
                    </a:lnTo>
                    <a:lnTo>
                      <a:pt x="7314" y="25336"/>
                    </a:lnTo>
                    <a:lnTo>
                      <a:pt x="21940"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85"/>
              <p:cNvSpPr/>
              <p:nvPr/>
            </p:nvSpPr>
            <p:spPr>
              <a:xfrm>
                <a:off x="1274896" y="1580182"/>
                <a:ext cx="468096" cy="405392"/>
              </a:xfrm>
              <a:custGeom>
                <a:rect b="b" l="l" r="r" t="t"/>
                <a:pathLst>
                  <a:path extrusionOk="0" fill="none" h="25337" w="29256">
                    <a:moveTo>
                      <a:pt x="21942" y="1"/>
                    </a:moveTo>
                    <a:lnTo>
                      <a:pt x="7314" y="1"/>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85"/>
              <p:cNvSpPr/>
              <p:nvPr/>
            </p:nvSpPr>
            <p:spPr>
              <a:xfrm>
                <a:off x="1274896" y="1985558"/>
                <a:ext cx="468096" cy="405376"/>
              </a:xfrm>
              <a:custGeom>
                <a:rect b="b" l="l" r="r" t="t"/>
                <a:pathLst>
                  <a:path extrusionOk="0" fill="none" h="25336" w="29256">
                    <a:moveTo>
                      <a:pt x="21942" y="0"/>
                    </a:moveTo>
                    <a:lnTo>
                      <a:pt x="7314" y="0"/>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02" name="Google Shape;3202;p85"/>
            <p:cNvSpPr/>
            <p:nvPr/>
          </p:nvSpPr>
          <p:spPr>
            <a:xfrm rot="1771310">
              <a:off x="2062725" y="6351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A4ABD7">
                <a:alpha val="25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85"/>
            <p:cNvSpPr/>
            <p:nvPr/>
          </p:nvSpPr>
          <p:spPr>
            <a:xfrm rot="1771310">
              <a:off x="1407750" y="47301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4.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8.xml"/><Relationship Id="rId22" Type="http://schemas.openxmlformats.org/officeDocument/2006/relationships/slideLayout" Target="../slideLayouts/slideLayout50.xml"/><Relationship Id="rId21" Type="http://schemas.openxmlformats.org/officeDocument/2006/relationships/slideLayout" Target="../slideLayouts/slideLayout49.xml"/><Relationship Id="rId24" Type="http://schemas.openxmlformats.org/officeDocument/2006/relationships/slideLayout" Target="../slideLayouts/slideLayout52.xml"/><Relationship Id="rId23" Type="http://schemas.openxmlformats.org/officeDocument/2006/relationships/slideLayout" Target="../slideLayouts/slideLayout51.xml"/><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26" Type="http://schemas.openxmlformats.org/officeDocument/2006/relationships/slideLayout" Target="../slideLayouts/slideLayout54.xml"/><Relationship Id="rId25" Type="http://schemas.openxmlformats.org/officeDocument/2006/relationships/slideLayout" Target="../slideLayouts/slideLayout53.xml"/><Relationship Id="rId28" Type="http://schemas.openxmlformats.org/officeDocument/2006/relationships/theme" Target="../theme/theme2.xml"/><Relationship Id="rId27" Type="http://schemas.openxmlformats.org/officeDocument/2006/relationships/slideLayout" Target="../slideLayouts/slideLayout55.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 Id="rId11" Type="http://schemas.openxmlformats.org/officeDocument/2006/relationships/slideLayout" Target="../slideLayouts/slideLayout39.xml"/><Relationship Id="rId10" Type="http://schemas.openxmlformats.org/officeDocument/2006/relationships/slideLayout" Target="../slideLayouts/slideLayout38.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5" Type="http://schemas.openxmlformats.org/officeDocument/2006/relationships/slideLayout" Target="../slideLayouts/slideLayout43.xml"/><Relationship Id="rId14" Type="http://schemas.openxmlformats.org/officeDocument/2006/relationships/slideLayout" Target="../slideLayouts/slideLayout42.xml"/><Relationship Id="rId17" Type="http://schemas.openxmlformats.org/officeDocument/2006/relationships/slideLayout" Target="../slideLayouts/slideLayout45.xml"/><Relationship Id="rId16" Type="http://schemas.openxmlformats.org/officeDocument/2006/relationships/slideLayout" Target="../slideLayouts/slideLayout44.xml"/><Relationship Id="rId19" Type="http://schemas.openxmlformats.org/officeDocument/2006/relationships/slideLayout" Target="../slideLayouts/slideLayout47.xml"/><Relationship Id="rId18" Type="http://schemas.openxmlformats.org/officeDocument/2006/relationships/slideLayout" Target="../slideLayouts/slideLayout46.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75.xml"/><Relationship Id="rId22" Type="http://schemas.openxmlformats.org/officeDocument/2006/relationships/slideLayout" Target="../slideLayouts/slideLayout77.xml"/><Relationship Id="rId21" Type="http://schemas.openxmlformats.org/officeDocument/2006/relationships/slideLayout" Target="../slideLayouts/slideLayout76.xml"/><Relationship Id="rId24" Type="http://schemas.openxmlformats.org/officeDocument/2006/relationships/slideLayout" Target="../slideLayouts/slideLayout79.xml"/><Relationship Id="rId23" Type="http://schemas.openxmlformats.org/officeDocument/2006/relationships/slideLayout" Target="../slideLayouts/slideLayout78.xml"/><Relationship Id="rId1" Type="http://schemas.openxmlformats.org/officeDocument/2006/relationships/slideLayout" Target="../slideLayouts/slideLayout56.xml"/><Relationship Id="rId2" Type="http://schemas.openxmlformats.org/officeDocument/2006/relationships/slideLayout" Target="../slideLayouts/slideLayout57.xml"/><Relationship Id="rId3" Type="http://schemas.openxmlformats.org/officeDocument/2006/relationships/slideLayout" Target="../slideLayouts/slideLayout58.xml"/><Relationship Id="rId4" Type="http://schemas.openxmlformats.org/officeDocument/2006/relationships/slideLayout" Target="../slideLayouts/slideLayout59.xml"/><Relationship Id="rId9" Type="http://schemas.openxmlformats.org/officeDocument/2006/relationships/slideLayout" Target="../slideLayouts/slideLayout64.xml"/><Relationship Id="rId26" Type="http://schemas.openxmlformats.org/officeDocument/2006/relationships/slideLayout" Target="../slideLayouts/slideLayout81.xml"/><Relationship Id="rId25" Type="http://schemas.openxmlformats.org/officeDocument/2006/relationships/slideLayout" Target="../slideLayouts/slideLayout80.xml"/><Relationship Id="rId28" Type="http://schemas.openxmlformats.org/officeDocument/2006/relationships/theme" Target="../theme/theme3.xml"/><Relationship Id="rId27" Type="http://schemas.openxmlformats.org/officeDocument/2006/relationships/slideLayout" Target="../slideLayouts/slideLayout82.xml"/><Relationship Id="rId5" Type="http://schemas.openxmlformats.org/officeDocument/2006/relationships/slideLayout" Target="../slideLayouts/slideLayout60.xml"/><Relationship Id="rId6" Type="http://schemas.openxmlformats.org/officeDocument/2006/relationships/slideLayout" Target="../slideLayouts/slideLayout61.xml"/><Relationship Id="rId7" Type="http://schemas.openxmlformats.org/officeDocument/2006/relationships/slideLayout" Target="../slideLayouts/slideLayout62.xml"/><Relationship Id="rId8" Type="http://schemas.openxmlformats.org/officeDocument/2006/relationships/slideLayout" Target="../slideLayouts/slideLayout63.xml"/><Relationship Id="rId11" Type="http://schemas.openxmlformats.org/officeDocument/2006/relationships/slideLayout" Target="../slideLayouts/slideLayout66.xml"/><Relationship Id="rId10" Type="http://schemas.openxmlformats.org/officeDocument/2006/relationships/slideLayout" Target="../slideLayouts/slideLayout65.xml"/><Relationship Id="rId13" Type="http://schemas.openxmlformats.org/officeDocument/2006/relationships/slideLayout" Target="../slideLayouts/slideLayout68.xml"/><Relationship Id="rId12" Type="http://schemas.openxmlformats.org/officeDocument/2006/relationships/slideLayout" Target="../slideLayouts/slideLayout67.xml"/><Relationship Id="rId15" Type="http://schemas.openxmlformats.org/officeDocument/2006/relationships/slideLayout" Target="../slideLayouts/slideLayout70.xml"/><Relationship Id="rId14" Type="http://schemas.openxmlformats.org/officeDocument/2006/relationships/slideLayout" Target="../slideLayouts/slideLayout69.xml"/><Relationship Id="rId17" Type="http://schemas.openxmlformats.org/officeDocument/2006/relationships/slideLayout" Target="../slideLayouts/slideLayout72.xml"/><Relationship Id="rId16" Type="http://schemas.openxmlformats.org/officeDocument/2006/relationships/slideLayout" Target="../slideLayouts/slideLayout71.xml"/><Relationship Id="rId19" Type="http://schemas.openxmlformats.org/officeDocument/2006/relationships/slideLayout" Target="../slideLayouts/slideLayout74.xml"/><Relationship Id="rId18"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lt1"/>
            </a:gs>
            <a:gs pos="100000">
              <a:schemeClr val="dk2"/>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Secular One"/>
              <a:buNone/>
              <a:defRPr sz="3500">
                <a:solidFill>
                  <a:schemeClr val="dk1"/>
                </a:solidFill>
                <a:latin typeface="Secular One"/>
                <a:ea typeface="Secular One"/>
                <a:cs typeface="Secular One"/>
                <a:sym typeface="Secular 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1pPr>
            <a:lvl2pPr indent="-317500" lvl="1" marL="9144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2pPr>
            <a:lvl3pPr indent="-317500" lvl="2" marL="13716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3pPr>
            <a:lvl4pPr indent="-317500" lvl="3" marL="18288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4pPr>
            <a:lvl5pPr indent="-317500" lvl="4" marL="22860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5pPr>
            <a:lvl6pPr indent="-317500" lvl="5" marL="27432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6pPr>
            <a:lvl7pPr indent="-317500" lvl="6" marL="32004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7pPr>
            <a:lvl8pPr indent="-317500" lvl="7" marL="36576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8pPr>
            <a:lvl9pPr indent="-317500" lvl="8" marL="41148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lt1"/>
            </a:gs>
            <a:gs pos="100000">
              <a:schemeClr val="dk2"/>
            </a:gs>
          </a:gsLst>
          <a:lin ang="5400012" scaled="0"/>
        </a:gradFill>
      </p:bgPr>
    </p:bg>
    <p:spTree>
      <p:nvGrpSpPr>
        <p:cNvPr id="1088" name="Shape 1088"/>
        <p:cNvGrpSpPr/>
        <p:nvPr/>
      </p:nvGrpSpPr>
      <p:grpSpPr>
        <a:xfrm>
          <a:off x="0" y="0"/>
          <a:ext cx="0" cy="0"/>
          <a:chOff x="0" y="0"/>
          <a:chExt cx="0" cy="0"/>
        </a:xfrm>
      </p:grpSpPr>
      <p:sp>
        <p:nvSpPr>
          <p:cNvPr id="1089" name="Google Shape;1089;p30"/>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500"/>
              <a:buFont typeface="Secular One"/>
              <a:buNone/>
              <a:defRPr sz="3500">
                <a:solidFill>
                  <a:schemeClr val="dk1"/>
                </a:solidFill>
                <a:latin typeface="Secular One"/>
                <a:ea typeface="Secular One"/>
                <a:cs typeface="Secular One"/>
                <a:sym typeface="Secular One"/>
              </a:defRPr>
            </a:lvl1pPr>
            <a:lvl2pPr lvl="1">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1090" name="Google Shape;1090;p30"/>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1pPr>
            <a:lvl2pPr indent="-317500" lvl="1" marL="9144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2pPr>
            <a:lvl3pPr indent="-317500" lvl="2" marL="13716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3pPr>
            <a:lvl4pPr indent="-317500" lvl="3" marL="18288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4pPr>
            <a:lvl5pPr indent="-317500" lvl="4" marL="22860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5pPr>
            <a:lvl6pPr indent="-317500" lvl="5" marL="27432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6pPr>
            <a:lvl7pPr indent="-317500" lvl="6" marL="32004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7pPr>
            <a:lvl8pPr indent="-317500" lvl="7" marL="36576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8pPr>
            <a:lvl9pPr indent="-317500" lvl="8" marL="41148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9pPr>
          </a:lstStyle>
          <a:p/>
        </p:txBody>
      </p:sp>
    </p:spTree>
  </p:cSld>
  <p:clrMap accent1="accent1" accent2="accent2" accent3="accent3" accent4="accent4" accent5="accent5" accent6="accent6" bg1="lt1" bg2="dk2" tx1="dk1" tx2="lt2" folHlink="folHlink" hlink="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7" r:id="rId22"/>
    <p:sldLayoutId id="2147483698" r:id="rId23"/>
    <p:sldLayoutId id="2147483699" r:id="rId24"/>
    <p:sldLayoutId id="2147483700" r:id="rId25"/>
    <p:sldLayoutId id="2147483701" r:id="rId26"/>
    <p:sldLayoutId id="2147483702"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lt1"/>
            </a:gs>
            <a:gs pos="100000">
              <a:schemeClr val="dk2"/>
            </a:gs>
          </a:gsLst>
          <a:lin ang="5400012" scaled="0"/>
        </a:gradFill>
      </p:bgPr>
    </p:bg>
    <p:spTree>
      <p:nvGrpSpPr>
        <p:cNvPr id="2146" name="Shape 2146"/>
        <p:cNvGrpSpPr/>
        <p:nvPr/>
      </p:nvGrpSpPr>
      <p:grpSpPr>
        <a:xfrm>
          <a:off x="0" y="0"/>
          <a:ext cx="0" cy="0"/>
          <a:chOff x="0" y="0"/>
          <a:chExt cx="0" cy="0"/>
        </a:xfrm>
      </p:grpSpPr>
      <p:sp>
        <p:nvSpPr>
          <p:cNvPr id="2147" name="Google Shape;2147;p58"/>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500"/>
              <a:buFont typeface="Secular One"/>
              <a:buNone/>
              <a:defRPr sz="3500">
                <a:solidFill>
                  <a:schemeClr val="dk1"/>
                </a:solidFill>
                <a:latin typeface="Secular One"/>
                <a:ea typeface="Secular One"/>
                <a:cs typeface="Secular One"/>
                <a:sym typeface="Secular One"/>
              </a:defRPr>
            </a:lvl1pPr>
            <a:lvl2pPr lvl="1">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2148" name="Google Shape;2148;p58"/>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1pPr>
            <a:lvl2pPr indent="-317500" lvl="1" marL="9144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2pPr>
            <a:lvl3pPr indent="-317500" lvl="2" marL="13716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3pPr>
            <a:lvl4pPr indent="-317500" lvl="3" marL="18288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4pPr>
            <a:lvl5pPr indent="-317500" lvl="4" marL="22860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5pPr>
            <a:lvl6pPr indent="-317500" lvl="5" marL="27432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6pPr>
            <a:lvl7pPr indent="-317500" lvl="6" marL="32004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7pPr>
            <a:lvl8pPr indent="-317500" lvl="7" marL="36576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8pPr>
            <a:lvl9pPr indent="-317500" lvl="8" marL="41148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9pPr>
          </a:lstStyle>
          <a:p/>
        </p:txBody>
      </p:sp>
    </p:spTree>
  </p:cSld>
  <p:clrMap accent1="accent1" accent2="accent2" accent3="accent3" accent4="accent4" accent5="accent5" accent6="accent6" bg1="lt1" bg2="dk2" tx1="dk1" tx2="lt2" folHlink="folHlink" hlink="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 id="2147483723" r:id="rId21"/>
    <p:sldLayoutId id="2147483724" r:id="rId22"/>
    <p:sldLayoutId id="2147483725" r:id="rId23"/>
    <p:sldLayoutId id="2147483726" r:id="rId24"/>
    <p:sldLayoutId id="2147483727" r:id="rId25"/>
    <p:sldLayoutId id="2147483728" r:id="rId26"/>
    <p:sldLayoutId id="2147483729"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6.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hyperlink" Target="https://www.kaggle.com/datasets/hassaneskikri/ai-enhanced-cybersecurity-events-dataset?resource=download" TargetMode="External"/><Relationship Id="rId5" Type="http://schemas.openxmlformats.org/officeDocument/2006/relationships/hyperlink" Target="https://scikit-learn.org/stable/modules/generated/sklearn.tree.DecisionTreeClassifier.html" TargetMode="External"/><Relationship Id="rId6" Type="http://schemas.openxmlformats.org/officeDocument/2006/relationships/image" Target="../media/image1.png"/><Relationship Id="rId7"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7" name="Shape 3207"/>
        <p:cNvGrpSpPr/>
        <p:nvPr/>
      </p:nvGrpSpPr>
      <p:grpSpPr>
        <a:xfrm>
          <a:off x="0" y="0"/>
          <a:ext cx="0" cy="0"/>
          <a:chOff x="0" y="0"/>
          <a:chExt cx="0" cy="0"/>
        </a:xfrm>
      </p:grpSpPr>
      <p:sp>
        <p:nvSpPr>
          <p:cNvPr id="3208" name="Google Shape;3208;p86"/>
          <p:cNvSpPr/>
          <p:nvPr/>
        </p:nvSpPr>
        <p:spPr>
          <a:xfrm>
            <a:off x="713225" y="2928975"/>
            <a:ext cx="4680900" cy="681000"/>
          </a:xfrm>
          <a:prstGeom prst="roundRect">
            <a:avLst>
              <a:gd fmla="val 50000" name="adj"/>
            </a:avLst>
          </a:prstGeom>
          <a:gradFill>
            <a:gsLst>
              <a:gs pos="0">
                <a:schemeClr val="accent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86"/>
          <p:cNvSpPr txBox="1"/>
          <p:nvPr>
            <p:ph type="title"/>
          </p:nvPr>
        </p:nvSpPr>
        <p:spPr>
          <a:xfrm>
            <a:off x="713225" y="1472700"/>
            <a:ext cx="4458900" cy="1356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000"/>
              <a:t>Cybersecurity Data Analysis</a:t>
            </a:r>
            <a:endParaRPr sz="5000"/>
          </a:p>
        </p:txBody>
      </p:sp>
      <p:sp>
        <p:nvSpPr>
          <p:cNvPr id="3210" name="Google Shape;3210;p86"/>
          <p:cNvSpPr txBox="1"/>
          <p:nvPr>
            <p:ph idx="1" type="subTitle"/>
          </p:nvPr>
        </p:nvSpPr>
        <p:spPr>
          <a:xfrm>
            <a:off x="886509" y="2980525"/>
            <a:ext cx="4285500" cy="58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Robert Quaye &amp; Sabrina Barrile</a:t>
            </a:r>
            <a:endParaRPr/>
          </a:p>
        </p:txBody>
      </p:sp>
      <p:grpSp>
        <p:nvGrpSpPr>
          <p:cNvPr id="3211" name="Google Shape;3211;p86"/>
          <p:cNvGrpSpPr/>
          <p:nvPr/>
        </p:nvGrpSpPr>
        <p:grpSpPr>
          <a:xfrm>
            <a:off x="713231" y="539508"/>
            <a:ext cx="1211612" cy="438051"/>
            <a:chOff x="175552" y="1101686"/>
            <a:chExt cx="520944" cy="188336"/>
          </a:xfrm>
        </p:grpSpPr>
        <p:sp>
          <p:nvSpPr>
            <p:cNvPr id="3212" name="Google Shape;3212;p86"/>
            <p:cNvSpPr/>
            <p:nvPr/>
          </p:nvSpPr>
          <p:spPr>
            <a:xfrm>
              <a:off x="175552" y="1101686"/>
              <a:ext cx="22112" cy="28928"/>
            </a:xfrm>
            <a:custGeom>
              <a:rect b="b" l="l" r="r" t="t"/>
              <a:pathLst>
                <a:path extrusionOk="0" h="1808" w="1382">
                  <a:moveTo>
                    <a:pt x="1" y="0"/>
                  </a:moveTo>
                  <a:lnTo>
                    <a:pt x="1"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86"/>
            <p:cNvSpPr/>
            <p:nvPr/>
          </p:nvSpPr>
          <p:spPr>
            <a:xfrm>
              <a:off x="246816"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86"/>
            <p:cNvSpPr/>
            <p:nvPr/>
          </p:nvSpPr>
          <p:spPr>
            <a:xfrm>
              <a:off x="318080"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86"/>
            <p:cNvSpPr/>
            <p:nvPr/>
          </p:nvSpPr>
          <p:spPr>
            <a:xfrm>
              <a:off x="389344"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86"/>
            <p:cNvSpPr/>
            <p:nvPr/>
          </p:nvSpPr>
          <p:spPr>
            <a:xfrm>
              <a:off x="460608" y="1101686"/>
              <a:ext cx="22096" cy="28928"/>
            </a:xfrm>
            <a:custGeom>
              <a:rect b="b" l="l" r="r" t="t"/>
              <a:pathLst>
                <a:path extrusionOk="0" h="1808" w="1381">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86"/>
            <p:cNvSpPr/>
            <p:nvPr/>
          </p:nvSpPr>
          <p:spPr>
            <a:xfrm>
              <a:off x="531856" y="1101686"/>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86"/>
            <p:cNvSpPr/>
            <p:nvPr/>
          </p:nvSpPr>
          <p:spPr>
            <a:xfrm>
              <a:off x="603120" y="1101686"/>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86"/>
            <p:cNvSpPr/>
            <p:nvPr/>
          </p:nvSpPr>
          <p:spPr>
            <a:xfrm>
              <a:off x="674416" y="1101686"/>
              <a:ext cx="22080" cy="28928"/>
            </a:xfrm>
            <a:custGeom>
              <a:rect b="b" l="l" r="r" t="t"/>
              <a:pathLst>
                <a:path extrusionOk="0" h="1808" w="1380">
                  <a:moveTo>
                    <a:pt x="1" y="0"/>
                  </a:moveTo>
                  <a:lnTo>
                    <a:pt x="1" y="1807"/>
                  </a:lnTo>
                  <a:lnTo>
                    <a:pt x="1379" y="1807"/>
                  </a:lnTo>
                  <a:lnTo>
                    <a:pt x="1379"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86"/>
            <p:cNvSpPr/>
            <p:nvPr/>
          </p:nvSpPr>
          <p:spPr>
            <a:xfrm>
              <a:off x="175552" y="1181414"/>
              <a:ext cx="22112" cy="28928"/>
            </a:xfrm>
            <a:custGeom>
              <a:rect b="b" l="l" r="r" t="t"/>
              <a:pathLst>
                <a:path extrusionOk="0" h="1808" w="1382">
                  <a:moveTo>
                    <a:pt x="1" y="0"/>
                  </a:moveTo>
                  <a:lnTo>
                    <a:pt x="1"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86"/>
            <p:cNvSpPr/>
            <p:nvPr/>
          </p:nvSpPr>
          <p:spPr>
            <a:xfrm>
              <a:off x="246816"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86"/>
            <p:cNvSpPr/>
            <p:nvPr/>
          </p:nvSpPr>
          <p:spPr>
            <a:xfrm>
              <a:off x="318080"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86"/>
            <p:cNvSpPr/>
            <p:nvPr/>
          </p:nvSpPr>
          <p:spPr>
            <a:xfrm>
              <a:off x="389344"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86"/>
            <p:cNvSpPr/>
            <p:nvPr/>
          </p:nvSpPr>
          <p:spPr>
            <a:xfrm>
              <a:off x="460608" y="1181414"/>
              <a:ext cx="22096" cy="28928"/>
            </a:xfrm>
            <a:custGeom>
              <a:rect b="b" l="l" r="r" t="t"/>
              <a:pathLst>
                <a:path extrusionOk="0" h="1808" w="1381">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86"/>
            <p:cNvSpPr/>
            <p:nvPr/>
          </p:nvSpPr>
          <p:spPr>
            <a:xfrm>
              <a:off x="531856" y="1181414"/>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86"/>
            <p:cNvSpPr/>
            <p:nvPr/>
          </p:nvSpPr>
          <p:spPr>
            <a:xfrm>
              <a:off x="603120" y="1181414"/>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86"/>
            <p:cNvSpPr/>
            <p:nvPr/>
          </p:nvSpPr>
          <p:spPr>
            <a:xfrm>
              <a:off x="674416" y="1181414"/>
              <a:ext cx="22080" cy="28928"/>
            </a:xfrm>
            <a:custGeom>
              <a:rect b="b" l="l" r="r" t="t"/>
              <a:pathLst>
                <a:path extrusionOk="0" h="1808" w="1380">
                  <a:moveTo>
                    <a:pt x="1" y="0"/>
                  </a:moveTo>
                  <a:lnTo>
                    <a:pt x="1" y="1807"/>
                  </a:lnTo>
                  <a:lnTo>
                    <a:pt x="1379" y="1807"/>
                  </a:lnTo>
                  <a:lnTo>
                    <a:pt x="1379"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86"/>
            <p:cNvSpPr/>
            <p:nvPr/>
          </p:nvSpPr>
          <p:spPr>
            <a:xfrm>
              <a:off x="175552" y="1261094"/>
              <a:ext cx="22112" cy="28928"/>
            </a:xfrm>
            <a:custGeom>
              <a:rect b="b" l="l" r="r" t="t"/>
              <a:pathLst>
                <a:path extrusionOk="0" h="1808" w="1382">
                  <a:moveTo>
                    <a:pt x="1" y="1"/>
                  </a:moveTo>
                  <a:lnTo>
                    <a:pt x="1"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86"/>
            <p:cNvSpPr/>
            <p:nvPr/>
          </p:nvSpPr>
          <p:spPr>
            <a:xfrm>
              <a:off x="246816"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86"/>
            <p:cNvSpPr/>
            <p:nvPr/>
          </p:nvSpPr>
          <p:spPr>
            <a:xfrm>
              <a:off x="318080"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86"/>
            <p:cNvSpPr/>
            <p:nvPr/>
          </p:nvSpPr>
          <p:spPr>
            <a:xfrm>
              <a:off x="389344"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86"/>
            <p:cNvSpPr/>
            <p:nvPr/>
          </p:nvSpPr>
          <p:spPr>
            <a:xfrm>
              <a:off x="460608" y="1261094"/>
              <a:ext cx="22096" cy="28928"/>
            </a:xfrm>
            <a:custGeom>
              <a:rect b="b" l="l" r="r" t="t"/>
              <a:pathLst>
                <a:path extrusionOk="0" h="1808" w="1381">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86"/>
            <p:cNvSpPr/>
            <p:nvPr/>
          </p:nvSpPr>
          <p:spPr>
            <a:xfrm>
              <a:off x="531856" y="1261094"/>
              <a:ext cx="22112" cy="28928"/>
            </a:xfrm>
            <a:custGeom>
              <a:rect b="b" l="l" r="r" t="t"/>
              <a:pathLst>
                <a:path extrusionOk="0" h="1808" w="1382">
                  <a:moveTo>
                    <a:pt x="1" y="1"/>
                  </a:moveTo>
                  <a:lnTo>
                    <a:pt x="1" y="1808"/>
                  </a:lnTo>
                  <a:lnTo>
                    <a:pt x="1382" y="1808"/>
                  </a:lnTo>
                  <a:lnTo>
                    <a:pt x="1382"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86"/>
            <p:cNvSpPr/>
            <p:nvPr/>
          </p:nvSpPr>
          <p:spPr>
            <a:xfrm>
              <a:off x="603120" y="1261094"/>
              <a:ext cx="22112" cy="28928"/>
            </a:xfrm>
            <a:custGeom>
              <a:rect b="b" l="l" r="r" t="t"/>
              <a:pathLst>
                <a:path extrusionOk="0" h="1808" w="1382">
                  <a:moveTo>
                    <a:pt x="1" y="1"/>
                  </a:moveTo>
                  <a:lnTo>
                    <a:pt x="1" y="1808"/>
                  </a:lnTo>
                  <a:lnTo>
                    <a:pt x="1382" y="1808"/>
                  </a:lnTo>
                  <a:lnTo>
                    <a:pt x="1382"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86"/>
            <p:cNvSpPr/>
            <p:nvPr/>
          </p:nvSpPr>
          <p:spPr>
            <a:xfrm>
              <a:off x="674416" y="1261094"/>
              <a:ext cx="22080" cy="28928"/>
            </a:xfrm>
            <a:custGeom>
              <a:rect b="b" l="l" r="r" t="t"/>
              <a:pathLst>
                <a:path extrusionOk="0" h="1808" w="1380">
                  <a:moveTo>
                    <a:pt x="1" y="1"/>
                  </a:moveTo>
                  <a:lnTo>
                    <a:pt x="1" y="1808"/>
                  </a:lnTo>
                  <a:lnTo>
                    <a:pt x="1379" y="1808"/>
                  </a:lnTo>
                  <a:lnTo>
                    <a:pt x="1379"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236" name="Google Shape;3236;p86"/>
          <p:cNvPicPr preferRelativeResize="0"/>
          <p:nvPr/>
        </p:nvPicPr>
        <p:blipFill rotWithShape="1">
          <a:blip r:embed="rId3">
            <a:alphaModFix/>
          </a:blip>
          <a:srcRect b="12546" l="28959" r="12546" t="12546"/>
          <a:stretch/>
        </p:blipFill>
        <p:spPr>
          <a:xfrm rot="-1434151">
            <a:off x="4935049" y="3324801"/>
            <a:ext cx="726651" cy="596546"/>
          </a:xfrm>
          <a:prstGeom prst="rect">
            <a:avLst/>
          </a:prstGeom>
          <a:noFill/>
          <a:ln>
            <a:noFill/>
          </a:ln>
        </p:spPr>
      </p:pic>
      <p:pic>
        <p:nvPicPr>
          <p:cNvPr id="3237" name="Google Shape;3237;p86"/>
          <p:cNvPicPr preferRelativeResize="0"/>
          <p:nvPr/>
        </p:nvPicPr>
        <p:blipFill rotWithShape="1">
          <a:blip r:embed="rId4">
            <a:alphaModFix/>
          </a:blip>
          <a:srcRect b="8266" l="7501" r="9607" t="14406"/>
          <a:stretch/>
        </p:blipFill>
        <p:spPr>
          <a:xfrm rot="1278179">
            <a:off x="6314387" y="1379025"/>
            <a:ext cx="633202" cy="780949"/>
          </a:xfrm>
          <a:prstGeom prst="rect">
            <a:avLst/>
          </a:prstGeom>
          <a:noFill/>
          <a:ln>
            <a:noFill/>
          </a:ln>
        </p:spPr>
      </p:pic>
      <p:pic>
        <p:nvPicPr>
          <p:cNvPr id="3238" name="Google Shape;3238;p86"/>
          <p:cNvPicPr preferRelativeResize="0"/>
          <p:nvPr/>
        </p:nvPicPr>
        <p:blipFill rotWithShape="1">
          <a:blip r:embed="rId5">
            <a:alphaModFix/>
          </a:blip>
          <a:srcRect b="0" l="14610" r="14603" t="0"/>
          <a:stretch/>
        </p:blipFill>
        <p:spPr>
          <a:xfrm>
            <a:off x="7159575" y="2565325"/>
            <a:ext cx="834949" cy="975651"/>
          </a:xfrm>
          <a:prstGeom prst="rect">
            <a:avLst/>
          </a:prstGeom>
          <a:noFill/>
          <a:ln>
            <a:noFill/>
          </a:ln>
        </p:spPr>
      </p:pic>
      <p:grpSp>
        <p:nvGrpSpPr>
          <p:cNvPr id="3239" name="Google Shape;3239;p86"/>
          <p:cNvGrpSpPr/>
          <p:nvPr/>
        </p:nvGrpSpPr>
        <p:grpSpPr>
          <a:xfrm>
            <a:off x="3832760" y="731089"/>
            <a:ext cx="745978" cy="516368"/>
            <a:chOff x="923424" y="1580182"/>
            <a:chExt cx="1171264" cy="810752"/>
          </a:xfrm>
        </p:grpSpPr>
        <p:sp>
          <p:nvSpPr>
            <p:cNvPr id="3240" name="Google Shape;3240;p86"/>
            <p:cNvSpPr/>
            <p:nvPr/>
          </p:nvSpPr>
          <p:spPr>
            <a:xfrm>
              <a:off x="923424" y="1782870"/>
              <a:ext cx="468064" cy="405392"/>
            </a:xfrm>
            <a:custGeom>
              <a:rect b="b" l="l" r="r" t="t"/>
              <a:pathLst>
                <a:path extrusionOk="0" fill="none" h="25337" w="29254">
                  <a:moveTo>
                    <a:pt x="21942" y="0"/>
                  </a:moveTo>
                  <a:lnTo>
                    <a:pt x="7314" y="0"/>
                  </a:lnTo>
                  <a:lnTo>
                    <a:pt x="0" y="12668"/>
                  </a:lnTo>
                  <a:lnTo>
                    <a:pt x="7314" y="25336"/>
                  </a:lnTo>
                  <a:lnTo>
                    <a:pt x="21942"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86"/>
            <p:cNvSpPr/>
            <p:nvPr/>
          </p:nvSpPr>
          <p:spPr>
            <a:xfrm>
              <a:off x="1626624" y="1782870"/>
              <a:ext cx="468064" cy="405392"/>
            </a:xfrm>
            <a:custGeom>
              <a:rect b="b" l="l" r="r" t="t"/>
              <a:pathLst>
                <a:path extrusionOk="0" fill="none" h="25337" w="29254">
                  <a:moveTo>
                    <a:pt x="21940" y="0"/>
                  </a:moveTo>
                  <a:lnTo>
                    <a:pt x="7314" y="0"/>
                  </a:lnTo>
                  <a:lnTo>
                    <a:pt x="0" y="12668"/>
                  </a:lnTo>
                  <a:lnTo>
                    <a:pt x="7314" y="25336"/>
                  </a:lnTo>
                  <a:lnTo>
                    <a:pt x="21940"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86"/>
            <p:cNvSpPr/>
            <p:nvPr/>
          </p:nvSpPr>
          <p:spPr>
            <a:xfrm>
              <a:off x="1274896" y="1580182"/>
              <a:ext cx="468096" cy="405392"/>
            </a:xfrm>
            <a:custGeom>
              <a:rect b="b" l="l" r="r" t="t"/>
              <a:pathLst>
                <a:path extrusionOk="0" fill="none" h="25337" w="29256">
                  <a:moveTo>
                    <a:pt x="21942" y="1"/>
                  </a:moveTo>
                  <a:lnTo>
                    <a:pt x="7314" y="1"/>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86"/>
            <p:cNvSpPr/>
            <p:nvPr/>
          </p:nvSpPr>
          <p:spPr>
            <a:xfrm>
              <a:off x="1274896" y="1985558"/>
              <a:ext cx="468096" cy="405376"/>
            </a:xfrm>
            <a:custGeom>
              <a:rect b="b" l="l" r="r" t="t"/>
              <a:pathLst>
                <a:path extrusionOk="0" fill="none" h="25336" w="29256">
                  <a:moveTo>
                    <a:pt x="21942" y="0"/>
                  </a:moveTo>
                  <a:lnTo>
                    <a:pt x="7314" y="0"/>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7" name="Shape 3247"/>
        <p:cNvGrpSpPr/>
        <p:nvPr/>
      </p:nvGrpSpPr>
      <p:grpSpPr>
        <a:xfrm>
          <a:off x="0" y="0"/>
          <a:ext cx="0" cy="0"/>
          <a:chOff x="0" y="0"/>
          <a:chExt cx="0" cy="0"/>
        </a:xfrm>
      </p:grpSpPr>
      <p:sp>
        <p:nvSpPr>
          <p:cNvPr id="3248" name="Google Shape;3248;p87"/>
          <p:cNvSpPr txBox="1"/>
          <p:nvPr>
            <p:ph idx="1" type="subTitle"/>
          </p:nvPr>
        </p:nvSpPr>
        <p:spPr>
          <a:xfrm>
            <a:off x="560825" y="1808375"/>
            <a:ext cx="3858900" cy="20184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Char char="●"/>
            </a:pPr>
            <a:r>
              <a:rPr lang="en" sz="1500"/>
              <a:t>From Kaggle</a:t>
            </a:r>
            <a:endParaRPr sz="1500"/>
          </a:p>
          <a:p>
            <a:pPr indent="-323850" lvl="0" marL="457200" rtl="0" algn="l">
              <a:lnSpc>
                <a:spcPct val="115000"/>
              </a:lnSpc>
              <a:spcBef>
                <a:spcPts val="0"/>
              </a:spcBef>
              <a:spcAft>
                <a:spcPts val="0"/>
              </a:spcAft>
              <a:buSzPts val="1500"/>
              <a:buChar char="●"/>
            </a:pPr>
            <a:r>
              <a:rPr lang="en" sz="1500"/>
              <a:t>Columns include Event ID, Timestamp, Source IP, Destination IP, User Agent, Attack Type, Attack Severity, Data Exfiltrated, Threat Intelligence, and Response Action</a:t>
            </a:r>
            <a:endParaRPr sz="1500"/>
          </a:p>
          <a:p>
            <a:pPr indent="-323850" lvl="0" marL="457200" rtl="0" algn="l">
              <a:lnSpc>
                <a:spcPct val="115000"/>
              </a:lnSpc>
              <a:spcBef>
                <a:spcPts val="0"/>
              </a:spcBef>
              <a:spcAft>
                <a:spcPts val="0"/>
              </a:spcAft>
              <a:buSzPts val="1500"/>
              <a:buChar char="●"/>
            </a:pPr>
            <a:r>
              <a:rPr lang="en" sz="1500"/>
              <a:t>20,000 rows</a:t>
            </a:r>
            <a:endParaRPr sz="1500"/>
          </a:p>
        </p:txBody>
      </p:sp>
      <p:sp>
        <p:nvSpPr>
          <p:cNvPr id="3249" name="Google Shape;3249;p87"/>
          <p:cNvSpPr/>
          <p:nvPr/>
        </p:nvSpPr>
        <p:spPr>
          <a:xfrm rot="5400000">
            <a:off x="6324979" y="3547449"/>
            <a:ext cx="641400" cy="52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87"/>
          <p:cNvSpPr/>
          <p:nvPr/>
        </p:nvSpPr>
        <p:spPr>
          <a:xfrm>
            <a:off x="4858913" y="1565418"/>
            <a:ext cx="3573600" cy="2385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51" name="Google Shape;3251;p87"/>
          <p:cNvPicPr preferRelativeResize="0"/>
          <p:nvPr/>
        </p:nvPicPr>
        <p:blipFill rotWithShape="1">
          <a:blip r:embed="rId3">
            <a:alphaModFix/>
          </a:blip>
          <a:srcRect b="0" l="6062" r="6071" t="0"/>
          <a:stretch/>
        </p:blipFill>
        <p:spPr>
          <a:xfrm>
            <a:off x="5040581" y="1717008"/>
            <a:ext cx="3210220" cy="1950982"/>
          </a:xfrm>
          <a:prstGeom prst="rect">
            <a:avLst/>
          </a:prstGeom>
          <a:noFill/>
          <a:ln>
            <a:noFill/>
          </a:ln>
        </p:spPr>
      </p:pic>
      <p:sp>
        <p:nvSpPr>
          <p:cNvPr id="3252" name="Google Shape;3252;p87"/>
          <p:cNvSpPr/>
          <p:nvPr/>
        </p:nvSpPr>
        <p:spPr>
          <a:xfrm>
            <a:off x="5837502" y="4078074"/>
            <a:ext cx="1616400" cy="260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87"/>
          <p:cNvSpPr/>
          <p:nvPr/>
        </p:nvSpPr>
        <p:spPr>
          <a:xfrm>
            <a:off x="6571773" y="3736851"/>
            <a:ext cx="147813" cy="147721"/>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54" name="Google Shape;3254;p87"/>
          <p:cNvPicPr preferRelativeResize="0"/>
          <p:nvPr/>
        </p:nvPicPr>
        <p:blipFill rotWithShape="1">
          <a:blip r:embed="rId4">
            <a:alphaModFix/>
          </a:blip>
          <a:srcRect b="8266" l="7501" r="9607" t="14406"/>
          <a:stretch/>
        </p:blipFill>
        <p:spPr>
          <a:xfrm>
            <a:off x="3872575" y="1026067"/>
            <a:ext cx="683752" cy="843341"/>
          </a:xfrm>
          <a:prstGeom prst="rect">
            <a:avLst/>
          </a:prstGeom>
          <a:noFill/>
          <a:ln>
            <a:noFill/>
          </a:ln>
        </p:spPr>
      </p:pic>
      <p:pic>
        <p:nvPicPr>
          <p:cNvPr id="3255" name="Google Shape;3255;p87"/>
          <p:cNvPicPr preferRelativeResize="0"/>
          <p:nvPr/>
        </p:nvPicPr>
        <p:blipFill rotWithShape="1">
          <a:blip r:embed="rId5">
            <a:alphaModFix/>
          </a:blip>
          <a:srcRect b="12546" l="28959" r="12546" t="12546"/>
          <a:stretch/>
        </p:blipFill>
        <p:spPr>
          <a:xfrm rot="10800000">
            <a:off x="1636949" y="4252552"/>
            <a:ext cx="726651" cy="596548"/>
          </a:xfrm>
          <a:prstGeom prst="rect">
            <a:avLst/>
          </a:prstGeom>
          <a:noFill/>
          <a:ln>
            <a:noFill/>
          </a:ln>
        </p:spPr>
      </p:pic>
      <p:sp>
        <p:nvSpPr>
          <p:cNvPr id="3256" name="Google Shape;3256;p87"/>
          <p:cNvSpPr txBox="1"/>
          <p:nvPr>
            <p:ph type="title"/>
          </p:nvPr>
        </p:nvSpPr>
        <p:spPr>
          <a:xfrm>
            <a:off x="713225" y="713612"/>
            <a:ext cx="4184700" cy="8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000"/>
              <a:t>Our Dataset</a:t>
            </a:r>
            <a:endParaRPr sz="4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0" name="Shape 3260"/>
        <p:cNvGrpSpPr/>
        <p:nvPr/>
      </p:nvGrpSpPr>
      <p:grpSpPr>
        <a:xfrm>
          <a:off x="0" y="0"/>
          <a:ext cx="0" cy="0"/>
          <a:chOff x="0" y="0"/>
          <a:chExt cx="0" cy="0"/>
        </a:xfrm>
      </p:grpSpPr>
      <p:pic>
        <p:nvPicPr>
          <p:cNvPr id="3261" name="Google Shape;3261;p88"/>
          <p:cNvPicPr preferRelativeResize="0"/>
          <p:nvPr/>
        </p:nvPicPr>
        <p:blipFill rotWithShape="1">
          <a:blip r:embed="rId3">
            <a:alphaModFix/>
          </a:blip>
          <a:srcRect b="14380" l="5186" r="0" t="15845"/>
          <a:stretch/>
        </p:blipFill>
        <p:spPr>
          <a:xfrm flipH="1">
            <a:off x="5636675" y="2273825"/>
            <a:ext cx="2855025" cy="2064050"/>
          </a:xfrm>
          <a:prstGeom prst="rect">
            <a:avLst/>
          </a:prstGeom>
          <a:noFill/>
          <a:ln>
            <a:noFill/>
          </a:ln>
          <a:effectLst>
            <a:outerShdw blurRad="257175" rotWithShape="0" algn="bl" dir="21540000" dist="114300">
              <a:schemeClr val="lt1">
                <a:alpha val="90000"/>
              </a:schemeClr>
            </a:outerShdw>
          </a:effectLst>
        </p:spPr>
      </p:pic>
      <p:sp>
        <p:nvSpPr>
          <p:cNvPr id="3262" name="Google Shape;3262;p88"/>
          <p:cNvSpPr txBox="1"/>
          <p:nvPr>
            <p:ph type="title"/>
          </p:nvPr>
        </p:nvSpPr>
        <p:spPr>
          <a:xfrm>
            <a:off x="723325" y="539500"/>
            <a:ext cx="4602600" cy="119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000"/>
              <a:t>Data </a:t>
            </a:r>
            <a:endParaRPr sz="4000"/>
          </a:p>
          <a:p>
            <a:pPr indent="0" lvl="0" marL="0" rtl="0" algn="l">
              <a:spcBef>
                <a:spcPts val="0"/>
              </a:spcBef>
              <a:spcAft>
                <a:spcPts val="0"/>
              </a:spcAft>
              <a:buNone/>
            </a:pPr>
            <a:r>
              <a:rPr lang="en" sz="4000"/>
              <a:t>Preparation</a:t>
            </a:r>
            <a:endParaRPr sz="4000"/>
          </a:p>
        </p:txBody>
      </p:sp>
      <p:sp>
        <p:nvSpPr>
          <p:cNvPr id="3263" name="Google Shape;3263;p88"/>
          <p:cNvSpPr txBox="1"/>
          <p:nvPr>
            <p:ph idx="1" type="subTitle"/>
          </p:nvPr>
        </p:nvSpPr>
        <p:spPr>
          <a:xfrm>
            <a:off x="720000" y="2043700"/>
            <a:ext cx="3852000" cy="18846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sz="1800"/>
              <a:t>Reduced data size</a:t>
            </a:r>
            <a:endParaRPr sz="1800"/>
          </a:p>
          <a:p>
            <a:pPr indent="-342900" lvl="0" marL="457200" rtl="0" algn="l">
              <a:lnSpc>
                <a:spcPct val="115000"/>
              </a:lnSpc>
              <a:spcBef>
                <a:spcPts val="0"/>
              </a:spcBef>
              <a:spcAft>
                <a:spcPts val="0"/>
              </a:spcAft>
              <a:buSzPts val="1800"/>
              <a:buChar char="●"/>
            </a:pPr>
            <a:r>
              <a:rPr lang="en" sz="1800"/>
              <a:t>Checked for missing values</a:t>
            </a:r>
            <a:endParaRPr sz="1800"/>
          </a:p>
          <a:p>
            <a:pPr indent="-342900" lvl="0" marL="457200" rtl="0" algn="l">
              <a:lnSpc>
                <a:spcPct val="115000"/>
              </a:lnSpc>
              <a:spcBef>
                <a:spcPts val="0"/>
              </a:spcBef>
              <a:spcAft>
                <a:spcPts val="0"/>
              </a:spcAft>
              <a:buSzPts val="1800"/>
              <a:buChar char="●"/>
            </a:pPr>
            <a:r>
              <a:rPr lang="en" sz="1800"/>
              <a:t>Removed unnecessary columns</a:t>
            </a:r>
            <a:endParaRPr sz="1800"/>
          </a:p>
          <a:p>
            <a:pPr indent="-342900" lvl="0" marL="457200" rtl="0" algn="l">
              <a:lnSpc>
                <a:spcPct val="115000"/>
              </a:lnSpc>
              <a:spcBef>
                <a:spcPts val="0"/>
              </a:spcBef>
              <a:spcAft>
                <a:spcPts val="0"/>
              </a:spcAft>
              <a:buSzPts val="1800"/>
              <a:buChar char="●"/>
            </a:pPr>
            <a:r>
              <a:rPr lang="en" sz="1800"/>
              <a:t>Converted columns from nominal and ordinal data to numerical</a:t>
            </a:r>
            <a:endParaRPr sz="1800"/>
          </a:p>
        </p:txBody>
      </p:sp>
      <p:grpSp>
        <p:nvGrpSpPr>
          <p:cNvPr id="3264" name="Google Shape;3264;p88"/>
          <p:cNvGrpSpPr/>
          <p:nvPr/>
        </p:nvGrpSpPr>
        <p:grpSpPr>
          <a:xfrm>
            <a:off x="720006" y="4161608"/>
            <a:ext cx="1211612" cy="438051"/>
            <a:chOff x="175552" y="1101686"/>
            <a:chExt cx="520944" cy="188336"/>
          </a:xfrm>
        </p:grpSpPr>
        <p:sp>
          <p:nvSpPr>
            <p:cNvPr id="3265" name="Google Shape;3265;p88"/>
            <p:cNvSpPr/>
            <p:nvPr/>
          </p:nvSpPr>
          <p:spPr>
            <a:xfrm>
              <a:off x="175552" y="1101686"/>
              <a:ext cx="22112" cy="28928"/>
            </a:xfrm>
            <a:custGeom>
              <a:rect b="b" l="l" r="r" t="t"/>
              <a:pathLst>
                <a:path extrusionOk="0" h="1808" w="1382">
                  <a:moveTo>
                    <a:pt x="1" y="0"/>
                  </a:moveTo>
                  <a:lnTo>
                    <a:pt x="1"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88"/>
            <p:cNvSpPr/>
            <p:nvPr/>
          </p:nvSpPr>
          <p:spPr>
            <a:xfrm>
              <a:off x="246816"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88"/>
            <p:cNvSpPr/>
            <p:nvPr/>
          </p:nvSpPr>
          <p:spPr>
            <a:xfrm>
              <a:off x="318080"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88"/>
            <p:cNvSpPr/>
            <p:nvPr/>
          </p:nvSpPr>
          <p:spPr>
            <a:xfrm>
              <a:off x="389344"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88"/>
            <p:cNvSpPr/>
            <p:nvPr/>
          </p:nvSpPr>
          <p:spPr>
            <a:xfrm>
              <a:off x="460608" y="1101686"/>
              <a:ext cx="22096" cy="28928"/>
            </a:xfrm>
            <a:custGeom>
              <a:rect b="b" l="l" r="r" t="t"/>
              <a:pathLst>
                <a:path extrusionOk="0" h="1808" w="1381">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88"/>
            <p:cNvSpPr/>
            <p:nvPr/>
          </p:nvSpPr>
          <p:spPr>
            <a:xfrm>
              <a:off x="531856" y="1101686"/>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88"/>
            <p:cNvSpPr/>
            <p:nvPr/>
          </p:nvSpPr>
          <p:spPr>
            <a:xfrm>
              <a:off x="603120" y="1101686"/>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88"/>
            <p:cNvSpPr/>
            <p:nvPr/>
          </p:nvSpPr>
          <p:spPr>
            <a:xfrm>
              <a:off x="674416" y="1101686"/>
              <a:ext cx="22080" cy="28928"/>
            </a:xfrm>
            <a:custGeom>
              <a:rect b="b" l="l" r="r" t="t"/>
              <a:pathLst>
                <a:path extrusionOk="0" h="1808" w="1380">
                  <a:moveTo>
                    <a:pt x="1" y="0"/>
                  </a:moveTo>
                  <a:lnTo>
                    <a:pt x="1" y="1807"/>
                  </a:lnTo>
                  <a:lnTo>
                    <a:pt x="1379" y="1807"/>
                  </a:lnTo>
                  <a:lnTo>
                    <a:pt x="1379"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88"/>
            <p:cNvSpPr/>
            <p:nvPr/>
          </p:nvSpPr>
          <p:spPr>
            <a:xfrm>
              <a:off x="175552" y="1181414"/>
              <a:ext cx="22112" cy="28928"/>
            </a:xfrm>
            <a:custGeom>
              <a:rect b="b" l="l" r="r" t="t"/>
              <a:pathLst>
                <a:path extrusionOk="0" h="1808" w="1382">
                  <a:moveTo>
                    <a:pt x="1" y="0"/>
                  </a:moveTo>
                  <a:lnTo>
                    <a:pt x="1"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88"/>
            <p:cNvSpPr/>
            <p:nvPr/>
          </p:nvSpPr>
          <p:spPr>
            <a:xfrm>
              <a:off x="246816"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88"/>
            <p:cNvSpPr/>
            <p:nvPr/>
          </p:nvSpPr>
          <p:spPr>
            <a:xfrm>
              <a:off x="318080"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88"/>
            <p:cNvSpPr/>
            <p:nvPr/>
          </p:nvSpPr>
          <p:spPr>
            <a:xfrm>
              <a:off x="389344"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88"/>
            <p:cNvSpPr/>
            <p:nvPr/>
          </p:nvSpPr>
          <p:spPr>
            <a:xfrm>
              <a:off x="460608" y="1181414"/>
              <a:ext cx="22096" cy="28928"/>
            </a:xfrm>
            <a:custGeom>
              <a:rect b="b" l="l" r="r" t="t"/>
              <a:pathLst>
                <a:path extrusionOk="0" h="1808" w="1381">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88"/>
            <p:cNvSpPr/>
            <p:nvPr/>
          </p:nvSpPr>
          <p:spPr>
            <a:xfrm>
              <a:off x="531856" y="1181414"/>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88"/>
            <p:cNvSpPr/>
            <p:nvPr/>
          </p:nvSpPr>
          <p:spPr>
            <a:xfrm>
              <a:off x="603120" y="1181414"/>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88"/>
            <p:cNvSpPr/>
            <p:nvPr/>
          </p:nvSpPr>
          <p:spPr>
            <a:xfrm>
              <a:off x="674416" y="1181414"/>
              <a:ext cx="22080" cy="28928"/>
            </a:xfrm>
            <a:custGeom>
              <a:rect b="b" l="l" r="r" t="t"/>
              <a:pathLst>
                <a:path extrusionOk="0" h="1808" w="1380">
                  <a:moveTo>
                    <a:pt x="1" y="0"/>
                  </a:moveTo>
                  <a:lnTo>
                    <a:pt x="1" y="1807"/>
                  </a:lnTo>
                  <a:lnTo>
                    <a:pt x="1379" y="1807"/>
                  </a:lnTo>
                  <a:lnTo>
                    <a:pt x="1379"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88"/>
            <p:cNvSpPr/>
            <p:nvPr/>
          </p:nvSpPr>
          <p:spPr>
            <a:xfrm>
              <a:off x="175552" y="1261094"/>
              <a:ext cx="22112" cy="28928"/>
            </a:xfrm>
            <a:custGeom>
              <a:rect b="b" l="l" r="r" t="t"/>
              <a:pathLst>
                <a:path extrusionOk="0" h="1808" w="1382">
                  <a:moveTo>
                    <a:pt x="1" y="1"/>
                  </a:moveTo>
                  <a:lnTo>
                    <a:pt x="1"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88"/>
            <p:cNvSpPr/>
            <p:nvPr/>
          </p:nvSpPr>
          <p:spPr>
            <a:xfrm>
              <a:off x="246816"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88"/>
            <p:cNvSpPr/>
            <p:nvPr/>
          </p:nvSpPr>
          <p:spPr>
            <a:xfrm>
              <a:off x="318080"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88"/>
            <p:cNvSpPr/>
            <p:nvPr/>
          </p:nvSpPr>
          <p:spPr>
            <a:xfrm>
              <a:off x="389344"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88"/>
            <p:cNvSpPr/>
            <p:nvPr/>
          </p:nvSpPr>
          <p:spPr>
            <a:xfrm>
              <a:off x="460608" y="1261094"/>
              <a:ext cx="22096" cy="28928"/>
            </a:xfrm>
            <a:custGeom>
              <a:rect b="b" l="l" r="r" t="t"/>
              <a:pathLst>
                <a:path extrusionOk="0" h="1808" w="1381">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88"/>
            <p:cNvSpPr/>
            <p:nvPr/>
          </p:nvSpPr>
          <p:spPr>
            <a:xfrm>
              <a:off x="531856" y="1261094"/>
              <a:ext cx="22112" cy="28928"/>
            </a:xfrm>
            <a:custGeom>
              <a:rect b="b" l="l" r="r" t="t"/>
              <a:pathLst>
                <a:path extrusionOk="0" h="1808" w="1382">
                  <a:moveTo>
                    <a:pt x="1" y="1"/>
                  </a:moveTo>
                  <a:lnTo>
                    <a:pt x="1" y="1808"/>
                  </a:lnTo>
                  <a:lnTo>
                    <a:pt x="1382" y="1808"/>
                  </a:lnTo>
                  <a:lnTo>
                    <a:pt x="1382"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88"/>
            <p:cNvSpPr/>
            <p:nvPr/>
          </p:nvSpPr>
          <p:spPr>
            <a:xfrm>
              <a:off x="603120" y="1261094"/>
              <a:ext cx="22112" cy="28928"/>
            </a:xfrm>
            <a:custGeom>
              <a:rect b="b" l="l" r="r" t="t"/>
              <a:pathLst>
                <a:path extrusionOk="0" h="1808" w="1382">
                  <a:moveTo>
                    <a:pt x="1" y="1"/>
                  </a:moveTo>
                  <a:lnTo>
                    <a:pt x="1" y="1808"/>
                  </a:lnTo>
                  <a:lnTo>
                    <a:pt x="1382" y="1808"/>
                  </a:lnTo>
                  <a:lnTo>
                    <a:pt x="1382"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88"/>
            <p:cNvSpPr/>
            <p:nvPr/>
          </p:nvSpPr>
          <p:spPr>
            <a:xfrm>
              <a:off x="674416" y="1261094"/>
              <a:ext cx="22080" cy="28928"/>
            </a:xfrm>
            <a:custGeom>
              <a:rect b="b" l="l" r="r" t="t"/>
              <a:pathLst>
                <a:path extrusionOk="0" h="1808" w="1380">
                  <a:moveTo>
                    <a:pt x="1" y="1"/>
                  </a:moveTo>
                  <a:lnTo>
                    <a:pt x="1" y="1808"/>
                  </a:lnTo>
                  <a:lnTo>
                    <a:pt x="1379" y="1808"/>
                  </a:lnTo>
                  <a:lnTo>
                    <a:pt x="1379"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289" name="Google Shape;3289;p88"/>
          <p:cNvPicPr preferRelativeResize="0"/>
          <p:nvPr/>
        </p:nvPicPr>
        <p:blipFill rotWithShape="1">
          <a:blip r:embed="rId4">
            <a:alphaModFix/>
          </a:blip>
          <a:srcRect b="12546" l="28959" r="12546" t="12546"/>
          <a:stretch/>
        </p:blipFill>
        <p:spPr>
          <a:xfrm rot="10800000">
            <a:off x="3929074" y="3659727"/>
            <a:ext cx="726651" cy="596548"/>
          </a:xfrm>
          <a:prstGeom prst="rect">
            <a:avLst/>
          </a:prstGeom>
          <a:noFill/>
          <a:ln>
            <a:noFill/>
          </a:ln>
        </p:spPr>
      </p:pic>
      <p:pic>
        <p:nvPicPr>
          <p:cNvPr id="3290" name="Google Shape;3290;p88"/>
          <p:cNvPicPr preferRelativeResize="0"/>
          <p:nvPr/>
        </p:nvPicPr>
        <p:blipFill rotWithShape="1">
          <a:blip r:embed="rId5">
            <a:alphaModFix/>
          </a:blip>
          <a:srcRect b="8266" l="7501" r="9607" t="14406"/>
          <a:stretch/>
        </p:blipFill>
        <p:spPr>
          <a:xfrm>
            <a:off x="5636675" y="808404"/>
            <a:ext cx="683752" cy="843341"/>
          </a:xfrm>
          <a:prstGeom prst="rect">
            <a:avLst/>
          </a:prstGeom>
          <a:noFill/>
          <a:ln>
            <a:noFill/>
          </a:ln>
        </p:spPr>
      </p:pic>
      <p:grpSp>
        <p:nvGrpSpPr>
          <p:cNvPr id="3291" name="Google Shape;3291;p88"/>
          <p:cNvGrpSpPr/>
          <p:nvPr/>
        </p:nvGrpSpPr>
        <p:grpSpPr>
          <a:xfrm>
            <a:off x="7216781" y="619150"/>
            <a:ext cx="1211612" cy="438051"/>
            <a:chOff x="175552" y="1101686"/>
            <a:chExt cx="520944" cy="188336"/>
          </a:xfrm>
        </p:grpSpPr>
        <p:sp>
          <p:nvSpPr>
            <p:cNvPr id="3292" name="Google Shape;3292;p88"/>
            <p:cNvSpPr/>
            <p:nvPr/>
          </p:nvSpPr>
          <p:spPr>
            <a:xfrm>
              <a:off x="175552" y="1101686"/>
              <a:ext cx="22112" cy="28928"/>
            </a:xfrm>
            <a:custGeom>
              <a:rect b="b" l="l" r="r" t="t"/>
              <a:pathLst>
                <a:path extrusionOk="0" h="1808" w="1382">
                  <a:moveTo>
                    <a:pt x="1" y="0"/>
                  </a:moveTo>
                  <a:lnTo>
                    <a:pt x="1"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88"/>
            <p:cNvSpPr/>
            <p:nvPr/>
          </p:nvSpPr>
          <p:spPr>
            <a:xfrm>
              <a:off x="246816"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88"/>
            <p:cNvSpPr/>
            <p:nvPr/>
          </p:nvSpPr>
          <p:spPr>
            <a:xfrm>
              <a:off x="318080"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88"/>
            <p:cNvSpPr/>
            <p:nvPr/>
          </p:nvSpPr>
          <p:spPr>
            <a:xfrm>
              <a:off x="389344"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88"/>
            <p:cNvSpPr/>
            <p:nvPr/>
          </p:nvSpPr>
          <p:spPr>
            <a:xfrm>
              <a:off x="460608" y="1101686"/>
              <a:ext cx="22096" cy="28928"/>
            </a:xfrm>
            <a:custGeom>
              <a:rect b="b" l="l" r="r" t="t"/>
              <a:pathLst>
                <a:path extrusionOk="0" h="1808" w="1381">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88"/>
            <p:cNvSpPr/>
            <p:nvPr/>
          </p:nvSpPr>
          <p:spPr>
            <a:xfrm>
              <a:off x="531856" y="1101686"/>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88"/>
            <p:cNvSpPr/>
            <p:nvPr/>
          </p:nvSpPr>
          <p:spPr>
            <a:xfrm>
              <a:off x="603120" y="1101686"/>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88"/>
            <p:cNvSpPr/>
            <p:nvPr/>
          </p:nvSpPr>
          <p:spPr>
            <a:xfrm>
              <a:off x="674416" y="1101686"/>
              <a:ext cx="22080" cy="28928"/>
            </a:xfrm>
            <a:custGeom>
              <a:rect b="b" l="l" r="r" t="t"/>
              <a:pathLst>
                <a:path extrusionOk="0" h="1808" w="1380">
                  <a:moveTo>
                    <a:pt x="1" y="0"/>
                  </a:moveTo>
                  <a:lnTo>
                    <a:pt x="1" y="1807"/>
                  </a:lnTo>
                  <a:lnTo>
                    <a:pt x="1379" y="1807"/>
                  </a:lnTo>
                  <a:lnTo>
                    <a:pt x="1379"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88"/>
            <p:cNvSpPr/>
            <p:nvPr/>
          </p:nvSpPr>
          <p:spPr>
            <a:xfrm>
              <a:off x="175552" y="1181414"/>
              <a:ext cx="22112" cy="28928"/>
            </a:xfrm>
            <a:custGeom>
              <a:rect b="b" l="l" r="r" t="t"/>
              <a:pathLst>
                <a:path extrusionOk="0" h="1808" w="1382">
                  <a:moveTo>
                    <a:pt x="1" y="0"/>
                  </a:moveTo>
                  <a:lnTo>
                    <a:pt x="1"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88"/>
            <p:cNvSpPr/>
            <p:nvPr/>
          </p:nvSpPr>
          <p:spPr>
            <a:xfrm>
              <a:off x="246816"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88"/>
            <p:cNvSpPr/>
            <p:nvPr/>
          </p:nvSpPr>
          <p:spPr>
            <a:xfrm>
              <a:off x="318080"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88"/>
            <p:cNvSpPr/>
            <p:nvPr/>
          </p:nvSpPr>
          <p:spPr>
            <a:xfrm>
              <a:off x="389344"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88"/>
            <p:cNvSpPr/>
            <p:nvPr/>
          </p:nvSpPr>
          <p:spPr>
            <a:xfrm>
              <a:off x="460608" y="1181414"/>
              <a:ext cx="22096" cy="28928"/>
            </a:xfrm>
            <a:custGeom>
              <a:rect b="b" l="l" r="r" t="t"/>
              <a:pathLst>
                <a:path extrusionOk="0" h="1808" w="1381">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88"/>
            <p:cNvSpPr/>
            <p:nvPr/>
          </p:nvSpPr>
          <p:spPr>
            <a:xfrm>
              <a:off x="531856" y="1181414"/>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88"/>
            <p:cNvSpPr/>
            <p:nvPr/>
          </p:nvSpPr>
          <p:spPr>
            <a:xfrm>
              <a:off x="603120" y="1181414"/>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88"/>
            <p:cNvSpPr/>
            <p:nvPr/>
          </p:nvSpPr>
          <p:spPr>
            <a:xfrm>
              <a:off x="674416" y="1181414"/>
              <a:ext cx="22080" cy="28928"/>
            </a:xfrm>
            <a:custGeom>
              <a:rect b="b" l="l" r="r" t="t"/>
              <a:pathLst>
                <a:path extrusionOk="0" h="1808" w="1380">
                  <a:moveTo>
                    <a:pt x="1" y="0"/>
                  </a:moveTo>
                  <a:lnTo>
                    <a:pt x="1" y="1807"/>
                  </a:lnTo>
                  <a:lnTo>
                    <a:pt x="1379" y="1807"/>
                  </a:lnTo>
                  <a:lnTo>
                    <a:pt x="1379"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88"/>
            <p:cNvSpPr/>
            <p:nvPr/>
          </p:nvSpPr>
          <p:spPr>
            <a:xfrm>
              <a:off x="175552" y="1261094"/>
              <a:ext cx="22112" cy="28928"/>
            </a:xfrm>
            <a:custGeom>
              <a:rect b="b" l="l" r="r" t="t"/>
              <a:pathLst>
                <a:path extrusionOk="0" h="1808" w="1382">
                  <a:moveTo>
                    <a:pt x="1" y="1"/>
                  </a:moveTo>
                  <a:lnTo>
                    <a:pt x="1"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88"/>
            <p:cNvSpPr/>
            <p:nvPr/>
          </p:nvSpPr>
          <p:spPr>
            <a:xfrm>
              <a:off x="246816"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88"/>
            <p:cNvSpPr/>
            <p:nvPr/>
          </p:nvSpPr>
          <p:spPr>
            <a:xfrm>
              <a:off x="318080"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88"/>
            <p:cNvSpPr/>
            <p:nvPr/>
          </p:nvSpPr>
          <p:spPr>
            <a:xfrm>
              <a:off x="389344"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88"/>
            <p:cNvSpPr/>
            <p:nvPr/>
          </p:nvSpPr>
          <p:spPr>
            <a:xfrm>
              <a:off x="460608" y="1261094"/>
              <a:ext cx="22096" cy="28928"/>
            </a:xfrm>
            <a:custGeom>
              <a:rect b="b" l="l" r="r" t="t"/>
              <a:pathLst>
                <a:path extrusionOk="0" h="1808" w="1381">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88"/>
            <p:cNvSpPr/>
            <p:nvPr/>
          </p:nvSpPr>
          <p:spPr>
            <a:xfrm>
              <a:off x="531856" y="1261094"/>
              <a:ext cx="22112" cy="28928"/>
            </a:xfrm>
            <a:custGeom>
              <a:rect b="b" l="l" r="r" t="t"/>
              <a:pathLst>
                <a:path extrusionOk="0" h="1808" w="1382">
                  <a:moveTo>
                    <a:pt x="1" y="1"/>
                  </a:moveTo>
                  <a:lnTo>
                    <a:pt x="1" y="1808"/>
                  </a:lnTo>
                  <a:lnTo>
                    <a:pt x="1382" y="1808"/>
                  </a:lnTo>
                  <a:lnTo>
                    <a:pt x="1382"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88"/>
            <p:cNvSpPr/>
            <p:nvPr/>
          </p:nvSpPr>
          <p:spPr>
            <a:xfrm>
              <a:off x="603120" y="1261094"/>
              <a:ext cx="22112" cy="28928"/>
            </a:xfrm>
            <a:custGeom>
              <a:rect b="b" l="l" r="r" t="t"/>
              <a:pathLst>
                <a:path extrusionOk="0" h="1808" w="1382">
                  <a:moveTo>
                    <a:pt x="1" y="1"/>
                  </a:moveTo>
                  <a:lnTo>
                    <a:pt x="1" y="1808"/>
                  </a:lnTo>
                  <a:lnTo>
                    <a:pt x="1382" y="1808"/>
                  </a:lnTo>
                  <a:lnTo>
                    <a:pt x="1382"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88"/>
            <p:cNvSpPr/>
            <p:nvPr/>
          </p:nvSpPr>
          <p:spPr>
            <a:xfrm>
              <a:off x="674416" y="1261094"/>
              <a:ext cx="22080" cy="28928"/>
            </a:xfrm>
            <a:custGeom>
              <a:rect b="b" l="l" r="r" t="t"/>
              <a:pathLst>
                <a:path extrusionOk="0" h="1808" w="1380">
                  <a:moveTo>
                    <a:pt x="1" y="1"/>
                  </a:moveTo>
                  <a:lnTo>
                    <a:pt x="1" y="1808"/>
                  </a:lnTo>
                  <a:lnTo>
                    <a:pt x="1379" y="1808"/>
                  </a:lnTo>
                  <a:lnTo>
                    <a:pt x="1379"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9" name="Shape 3319"/>
        <p:cNvGrpSpPr/>
        <p:nvPr/>
      </p:nvGrpSpPr>
      <p:grpSpPr>
        <a:xfrm>
          <a:off x="0" y="0"/>
          <a:ext cx="0" cy="0"/>
          <a:chOff x="0" y="0"/>
          <a:chExt cx="0" cy="0"/>
        </a:xfrm>
      </p:grpSpPr>
      <p:sp>
        <p:nvSpPr>
          <p:cNvPr id="3320" name="Google Shape;3320;p89"/>
          <p:cNvSpPr/>
          <p:nvPr/>
        </p:nvSpPr>
        <p:spPr>
          <a:xfrm>
            <a:off x="7763327" y="2517751"/>
            <a:ext cx="661200" cy="5727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8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000"/>
              <a:t>Research Questions</a:t>
            </a:r>
            <a:endParaRPr sz="4000"/>
          </a:p>
        </p:txBody>
      </p:sp>
      <p:sp>
        <p:nvSpPr>
          <p:cNvPr id="3322" name="Google Shape;3322;p89"/>
          <p:cNvSpPr txBox="1"/>
          <p:nvPr>
            <p:ph idx="3" type="subTitle"/>
          </p:nvPr>
        </p:nvSpPr>
        <p:spPr>
          <a:xfrm>
            <a:off x="2681300" y="2629575"/>
            <a:ext cx="5060700" cy="8985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What’s the trend in attacks per month?</a:t>
            </a:r>
            <a:endParaRPr/>
          </a:p>
        </p:txBody>
      </p:sp>
      <p:sp>
        <p:nvSpPr>
          <p:cNvPr id="3323" name="Google Shape;3323;p89"/>
          <p:cNvSpPr txBox="1"/>
          <p:nvPr>
            <p:ph idx="4" type="subTitle"/>
          </p:nvPr>
        </p:nvSpPr>
        <p:spPr>
          <a:xfrm>
            <a:off x="1401998" y="1900988"/>
            <a:ext cx="5060700" cy="53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What’s the most common attack type/severity?</a:t>
            </a:r>
            <a:endParaRPr/>
          </a:p>
        </p:txBody>
      </p:sp>
      <p:sp>
        <p:nvSpPr>
          <p:cNvPr id="3324" name="Google Shape;3324;p89"/>
          <p:cNvSpPr/>
          <p:nvPr/>
        </p:nvSpPr>
        <p:spPr>
          <a:xfrm rot="1771310">
            <a:off x="3148225" y="43972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25" name="Google Shape;3325;p89"/>
          <p:cNvPicPr preferRelativeResize="0"/>
          <p:nvPr/>
        </p:nvPicPr>
        <p:blipFill rotWithShape="1">
          <a:blip r:embed="rId3">
            <a:alphaModFix/>
          </a:blip>
          <a:srcRect b="12546" l="28959" r="12546" t="12546"/>
          <a:stretch/>
        </p:blipFill>
        <p:spPr>
          <a:xfrm rot="10800000">
            <a:off x="6673474" y="1704152"/>
            <a:ext cx="726651" cy="596548"/>
          </a:xfrm>
          <a:prstGeom prst="rect">
            <a:avLst/>
          </a:prstGeom>
          <a:noFill/>
          <a:ln>
            <a:noFill/>
          </a:ln>
        </p:spPr>
      </p:pic>
      <p:grpSp>
        <p:nvGrpSpPr>
          <p:cNvPr id="3326" name="Google Shape;3326;p89"/>
          <p:cNvGrpSpPr/>
          <p:nvPr/>
        </p:nvGrpSpPr>
        <p:grpSpPr>
          <a:xfrm>
            <a:off x="7219156" y="539508"/>
            <a:ext cx="1211612" cy="438051"/>
            <a:chOff x="175552" y="1101686"/>
            <a:chExt cx="520944" cy="188336"/>
          </a:xfrm>
        </p:grpSpPr>
        <p:sp>
          <p:nvSpPr>
            <p:cNvPr id="3327" name="Google Shape;3327;p89"/>
            <p:cNvSpPr/>
            <p:nvPr/>
          </p:nvSpPr>
          <p:spPr>
            <a:xfrm>
              <a:off x="175552" y="1101686"/>
              <a:ext cx="22112" cy="28928"/>
            </a:xfrm>
            <a:custGeom>
              <a:rect b="b" l="l" r="r" t="t"/>
              <a:pathLst>
                <a:path extrusionOk="0" h="1808" w="1382">
                  <a:moveTo>
                    <a:pt x="1" y="0"/>
                  </a:moveTo>
                  <a:lnTo>
                    <a:pt x="1"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89"/>
            <p:cNvSpPr/>
            <p:nvPr/>
          </p:nvSpPr>
          <p:spPr>
            <a:xfrm>
              <a:off x="246816"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89"/>
            <p:cNvSpPr/>
            <p:nvPr/>
          </p:nvSpPr>
          <p:spPr>
            <a:xfrm>
              <a:off x="318080"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89"/>
            <p:cNvSpPr/>
            <p:nvPr/>
          </p:nvSpPr>
          <p:spPr>
            <a:xfrm>
              <a:off x="389344"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89"/>
            <p:cNvSpPr/>
            <p:nvPr/>
          </p:nvSpPr>
          <p:spPr>
            <a:xfrm>
              <a:off x="460608" y="1101686"/>
              <a:ext cx="22096" cy="28928"/>
            </a:xfrm>
            <a:custGeom>
              <a:rect b="b" l="l" r="r" t="t"/>
              <a:pathLst>
                <a:path extrusionOk="0" h="1808" w="1381">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89"/>
            <p:cNvSpPr/>
            <p:nvPr/>
          </p:nvSpPr>
          <p:spPr>
            <a:xfrm>
              <a:off x="531856" y="1101686"/>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89"/>
            <p:cNvSpPr/>
            <p:nvPr/>
          </p:nvSpPr>
          <p:spPr>
            <a:xfrm>
              <a:off x="603120" y="1101686"/>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89"/>
            <p:cNvSpPr/>
            <p:nvPr/>
          </p:nvSpPr>
          <p:spPr>
            <a:xfrm>
              <a:off x="674416" y="1101686"/>
              <a:ext cx="22080" cy="28928"/>
            </a:xfrm>
            <a:custGeom>
              <a:rect b="b" l="l" r="r" t="t"/>
              <a:pathLst>
                <a:path extrusionOk="0" h="1808" w="1380">
                  <a:moveTo>
                    <a:pt x="1" y="0"/>
                  </a:moveTo>
                  <a:lnTo>
                    <a:pt x="1" y="1807"/>
                  </a:lnTo>
                  <a:lnTo>
                    <a:pt x="1379" y="1807"/>
                  </a:lnTo>
                  <a:lnTo>
                    <a:pt x="1379"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89"/>
            <p:cNvSpPr/>
            <p:nvPr/>
          </p:nvSpPr>
          <p:spPr>
            <a:xfrm>
              <a:off x="175552" y="1181414"/>
              <a:ext cx="22112" cy="28928"/>
            </a:xfrm>
            <a:custGeom>
              <a:rect b="b" l="l" r="r" t="t"/>
              <a:pathLst>
                <a:path extrusionOk="0" h="1808" w="1382">
                  <a:moveTo>
                    <a:pt x="1" y="0"/>
                  </a:moveTo>
                  <a:lnTo>
                    <a:pt x="1"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89"/>
            <p:cNvSpPr/>
            <p:nvPr/>
          </p:nvSpPr>
          <p:spPr>
            <a:xfrm>
              <a:off x="246816"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89"/>
            <p:cNvSpPr/>
            <p:nvPr/>
          </p:nvSpPr>
          <p:spPr>
            <a:xfrm>
              <a:off x="318080"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89"/>
            <p:cNvSpPr/>
            <p:nvPr/>
          </p:nvSpPr>
          <p:spPr>
            <a:xfrm>
              <a:off x="389344"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89"/>
            <p:cNvSpPr/>
            <p:nvPr/>
          </p:nvSpPr>
          <p:spPr>
            <a:xfrm>
              <a:off x="460608" y="1181414"/>
              <a:ext cx="22096" cy="28928"/>
            </a:xfrm>
            <a:custGeom>
              <a:rect b="b" l="l" r="r" t="t"/>
              <a:pathLst>
                <a:path extrusionOk="0" h="1808" w="1381">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89"/>
            <p:cNvSpPr/>
            <p:nvPr/>
          </p:nvSpPr>
          <p:spPr>
            <a:xfrm>
              <a:off x="531856" y="1181414"/>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89"/>
            <p:cNvSpPr/>
            <p:nvPr/>
          </p:nvSpPr>
          <p:spPr>
            <a:xfrm>
              <a:off x="603120" y="1181414"/>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89"/>
            <p:cNvSpPr/>
            <p:nvPr/>
          </p:nvSpPr>
          <p:spPr>
            <a:xfrm>
              <a:off x="674416" y="1181414"/>
              <a:ext cx="22080" cy="28928"/>
            </a:xfrm>
            <a:custGeom>
              <a:rect b="b" l="l" r="r" t="t"/>
              <a:pathLst>
                <a:path extrusionOk="0" h="1808" w="1380">
                  <a:moveTo>
                    <a:pt x="1" y="0"/>
                  </a:moveTo>
                  <a:lnTo>
                    <a:pt x="1" y="1807"/>
                  </a:lnTo>
                  <a:lnTo>
                    <a:pt x="1379" y="1807"/>
                  </a:lnTo>
                  <a:lnTo>
                    <a:pt x="1379"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89"/>
            <p:cNvSpPr/>
            <p:nvPr/>
          </p:nvSpPr>
          <p:spPr>
            <a:xfrm>
              <a:off x="175552" y="1261094"/>
              <a:ext cx="22112" cy="28928"/>
            </a:xfrm>
            <a:custGeom>
              <a:rect b="b" l="l" r="r" t="t"/>
              <a:pathLst>
                <a:path extrusionOk="0" h="1808" w="1382">
                  <a:moveTo>
                    <a:pt x="1" y="1"/>
                  </a:moveTo>
                  <a:lnTo>
                    <a:pt x="1"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89"/>
            <p:cNvSpPr/>
            <p:nvPr/>
          </p:nvSpPr>
          <p:spPr>
            <a:xfrm>
              <a:off x="246816"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89"/>
            <p:cNvSpPr/>
            <p:nvPr/>
          </p:nvSpPr>
          <p:spPr>
            <a:xfrm>
              <a:off x="318080"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89"/>
            <p:cNvSpPr/>
            <p:nvPr/>
          </p:nvSpPr>
          <p:spPr>
            <a:xfrm>
              <a:off x="389344"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89"/>
            <p:cNvSpPr/>
            <p:nvPr/>
          </p:nvSpPr>
          <p:spPr>
            <a:xfrm>
              <a:off x="460608" y="1261094"/>
              <a:ext cx="22096" cy="28928"/>
            </a:xfrm>
            <a:custGeom>
              <a:rect b="b" l="l" r="r" t="t"/>
              <a:pathLst>
                <a:path extrusionOk="0" h="1808" w="1381">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89"/>
            <p:cNvSpPr/>
            <p:nvPr/>
          </p:nvSpPr>
          <p:spPr>
            <a:xfrm>
              <a:off x="531856" y="1261094"/>
              <a:ext cx="22112" cy="28928"/>
            </a:xfrm>
            <a:custGeom>
              <a:rect b="b" l="l" r="r" t="t"/>
              <a:pathLst>
                <a:path extrusionOk="0" h="1808" w="1382">
                  <a:moveTo>
                    <a:pt x="1" y="1"/>
                  </a:moveTo>
                  <a:lnTo>
                    <a:pt x="1" y="1808"/>
                  </a:lnTo>
                  <a:lnTo>
                    <a:pt x="1382" y="1808"/>
                  </a:lnTo>
                  <a:lnTo>
                    <a:pt x="1382"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89"/>
            <p:cNvSpPr/>
            <p:nvPr/>
          </p:nvSpPr>
          <p:spPr>
            <a:xfrm>
              <a:off x="603120" y="1261094"/>
              <a:ext cx="22112" cy="28928"/>
            </a:xfrm>
            <a:custGeom>
              <a:rect b="b" l="l" r="r" t="t"/>
              <a:pathLst>
                <a:path extrusionOk="0" h="1808" w="1382">
                  <a:moveTo>
                    <a:pt x="1" y="1"/>
                  </a:moveTo>
                  <a:lnTo>
                    <a:pt x="1" y="1808"/>
                  </a:lnTo>
                  <a:lnTo>
                    <a:pt x="1382" y="1808"/>
                  </a:lnTo>
                  <a:lnTo>
                    <a:pt x="1382"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89"/>
            <p:cNvSpPr/>
            <p:nvPr/>
          </p:nvSpPr>
          <p:spPr>
            <a:xfrm>
              <a:off x="674416" y="1261094"/>
              <a:ext cx="22080" cy="28928"/>
            </a:xfrm>
            <a:custGeom>
              <a:rect b="b" l="l" r="r" t="t"/>
              <a:pathLst>
                <a:path extrusionOk="0" h="1808" w="1380">
                  <a:moveTo>
                    <a:pt x="1" y="1"/>
                  </a:moveTo>
                  <a:lnTo>
                    <a:pt x="1" y="1808"/>
                  </a:lnTo>
                  <a:lnTo>
                    <a:pt x="1379" y="1808"/>
                  </a:lnTo>
                  <a:lnTo>
                    <a:pt x="1379"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1" name="Google Shape;3351;p89"/>
          <p:cNvGrpSpPr/>
          <p:nvPr/>
        </p:nvGrpSpPr>
        <p:grpSpPr>
          <a:xfrm>
            <a:off x="7919402" y="2629563"/>
            <a:ext cx="349050" cy="349075"/>
            <a:chOff x="7146300" y="3247475"/>
            <a:chExt cx="349050" cy="349075"/>
          </a:xfrm>
        </p:grpSpPr>
        <p:sp>
          <p:nvSpPr>
            <p:cNvPr id="3352" name="Google Shape;3352;p89"/>
            <p:cNvSpPr/>
            <p:nvPr/>
          </p:nvSpPr>
          <p:spPr>
            <a:xfrm>
              <a:off x="7308500" y="3417450"/>
              <a:ext cx="24650" cy="24675"/>
            </a:xfrm>
            <a:custGeom>
              <a:rect b="b" l="l" r="r" t="t"/>
              <a:pathLst>
                <a:path extrusionOk="0" h="987" w="986">
                  <a:moveTo>
                    <a:pt x="493" y="1"/>
                  </a:moveTo>
                  <a:cubicBezTo>
                    <a:pt x="222" y="1"/>
                    <a:pt x="0" y="221"/>
                    <a:pt x="0" y="494"/>
                  </a:cubicBezTo>
                  <a:cubicBezTo>
                    <a:pt x="0" y="765"/>
                    <a:pt x="222" y="986"/>
                    <a:pt x="493" y="986"/>
                  </a:cubicBezTo>
                  <a:cubicBezTo>
                    <a:pt x="766" y="986"/>
                    <a:pt x="986" y="765"/>
                    <a:pt x="986" y="494"/>
                  </a:cubicBezTo>
                  <a:cubicBezTo>
                    <a:pt x="986" y="222"/>
                    <a:pt x="766" y="1"/>
                    <a:pt x="4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89"/>
            <p:cNvSpPr/>
            <p:nvPr/>
          </p:nvSpPr>
          <p:spPr>
            <a:xfrm>
              <a:off x="7259150" y="3363400"/>
              <a:ext cx="123400" cy="132750"/>
            </a:xfrm>
            <a:custGeom>
              <a:rect b="b" l="l" r="r" t="t"/>
              <a:pathLst>
                <a:path extrusionOk="0" h="5310" w="4936">
                  <a:moveTo>
                    <a:pt x="2467" y="1346"/>
                  </a:moveTo>
                  <a:cubicBezTo>
                    <a:pt x="3190" y="1346"/>
                    <a:pt x="3778" y="1933"/>
                    <a:pt x="3778" y="2656"/>
                  </a:cubicBezTo>
                  <a:cubicBezTo>
                    <a:pt x="3778" y="3378"/>
                    <a:pt x="3190" y="3965"/>
                    <a:pt x="2467" y="3965"/>
                  </a:cubicBezTo>
                  <a:cubicBezTo>
                    <a:pt x="1745" y="3965"/>
                    <a:pt x="1158" y="3378"/>
                    <a:pt x="1158" y="2656"/>
                  </a:cubicBezTo>
                  <a:cubicBezTo>
                    <a:pt x="1158" y="1933"/>
                    <a:pt x="1745" y="1346"/>
                    <a:pt x="2467" y="1346"/>
                  </a:cubicBezTo>
                  <a:close/>
                  <a:moveTo>
                    <a:pt x="2130" y="0"/>
                  </a:moveTo>
                  <a:lnTo>
                    <a:pt x="2004" y="533"/>
                  </a:lnTo>
                  <a:lnTo>
                    <a:pt x="1788" y="605"/>
                  </a:lnTo>
                  <a:cubicBezTo>
                    <a:pt x="1508" y="698"/>
                    <a:pt x="1254" y="845"/>
                    <a:pt x="1032" y="1042"/>
                  </a:cubicBezTo>
                  <a:lnTo>
                    <a:pt x="862" y="1194"/>
                  </a:lnTo>
                  <a:lnTo>
                    <a:pt x="338" y="1037"/>
                  </a:lnTo>
                  <a:lnTo>
                    <a:pt x="0" y="1621"/>
                  </a:lnTo>
                  <a:lnTo>
                    <a:pt x="399" y="1994"/>
                  </a:lnTo>
                  <a:lnTo>
                    <a:pt x="352" y="2219"/>
                  </a:lnTo>
                  <a:cubicBezTo>
                    <a:pt x="323" y="2361"/>
                    <a:pt x="308" y="2508"/>
                    <a:pt x="308" y="2656"/>
                  </a:cubicBezTo>
                  <a:cubicBezTo>
                    <a:pt x="308" y="2803"/>
                    <a:pt x="323" y="2950"/>
                    <a:pt x="352" y="3092"/>
                  </a:cubicBezTo>
                  <a:lnTo>
                    <a:pt x="399" y="3315"/>
                  </a:lnTo>
                  <a:lnTo>
                    <a:pt x="0" y="3691"/>
                  </a:lnTo>
                  <a:lnTo>
                    <a:pt x="338" y="4274"/>
                  </a:lnTo>
                  <a:lnTo>
                    <a:pt x="862" y="4117"/>
                  </a:lnTo>
                  <a:lnTo>
                    <a:pt x="1032" y="4269"/>
                  </a:lnTo>
                  <a:cubicBezTo>
                    <a:pt x="1254" y="4466"/>
                    <a:pt x="1508" y="4613"/>
                    <a:pt x="1788" y="4706"/>
                  </a:cubicBezTo>
                  <a:lnTo>
                    <a:pt x="2004" y="4777"/>
                  </a:lnTo>
                  <a:lnTo>
                    <a:pt x="2130" y="5309"/>
                  </a:lnTo>
                  <a:lnTo>
                    <a:pt x="2804" y="5309"/>
                  </a:lnTo>
                  <a:lnTo>
                    <a:pt x="2930" y="4777"/>
                  </a:lnTo>
                  <a:lnTo>
                    <a:pt x="3147" y="4706"/>
                  </a:lnTo>
                  <a:cubicBezTo>
                    <a:pt x="3428" y="4613"/>
                    <a:pt x="3681" y="4466"/>
                    <a:pt x="3902" y="4269"/>
                  </a:cubicBezTo>
                  <a:lnTo>
                    <a:pt x="4074" y="4117"/>
                  </a:lnTo>
                  <a:lnTo>
                    <a:pt x="4598" y="4274"/>
                  </a:lnTo>
                  <a:lnTo>
                    <a:pt x="4936" y="3691"/>
                  </a:lnTo>
                  <a:lnTo>
                    <a:pt x="4537" y="3315"/>
                  </a:lnTo>
                  <a:lnTo>
                    <a:pt x="4584" y="3092"/>
                  </a:lnTo>
                  <a:cubicBezTo>
                    <a:pt x="4612" y="2950"/>
                    <a:pt x="4627" y="2803"/>
                    <a:pt x="4627" y="2656"/>
                  </a:cubicBezTo>
                  <a:cubicBezTo>
                    <a:pt x="4627" y="2508"/>
                    <a:pt x="4613" y="2361"/>
                    <a:pt x="4584" y="2219"/>
                  </a:cubicBezTo>
                  <a:lnTo>
                    <a:pt x="4537" y="1994"/>
                  </a:lnTo>
                  <a:lnTo>
                    <a:pt x="4936" y="1621"/>
                  </a:lnTo>
                  <a:lnTo>
                    <a:pt x="4598" y="1035"/>
                  </a:lnTo>
                  <a:lnTo>
                    <a:pt x="4598" y="1037"/>
                  </a:lnTo>
                  <a:lnTo>
                    <a:pt x="4073" y="1194"/>
                  </a:lnTo>
                  <a:lnTo>
                    <a:pt x="3902" y="1042"/>
                  </a:lnTo>
                  <a:cubicBezTo>
                    <a:pt x="3681" y="845"/>
                    <a:pt x="3426" y="698"/>
                    <a:pt x="3147" y="605"/>
                  </a:cubicBezTo>
                  <a:lnTo>
                    <a:pt x="2930" y="533"/>
                  </a:lnTo>
                  <a:lnTo>
                    <a:pt x="280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89"/>
            <p:cNvSpPr/>
            <p:nvPr/>
          </p:nvSpPr>
          <p:spPr>
            <a:xfrm>
              <a:off x="7331075" y="3247475"/>
              <a:ext cx="164275" cy="349075"/>
            </a:xfrm>
            <a:custGeom>
              <a:rect b="b" l="l" r="r" t="t"/>
              <a:pathLst>
                <a:path extrusionOk="0" h="13963" w="6571">
                  <a:moveTo>
                    <a:pt x="5290" y="1"/>
                  </a:moveTo>
                  <a:cubicBezTo>
                    <a:pt x="4582" y="1"/>
                    <a:pt x="4008" y="576"/>
                    <a:pt x="4008" y="1284"/>
                  </a:cubicBezTo>
                  <a:cubicBezTo>
                    <a:pt x="4008" y="1846"/>
                    <a:pt x="4374" y="2326"/>
                    <a:pt x="4879" y="2498"/>
                  </a:cubicBezTo>
                  <a:lnTo>
                    <a:pt x="4879" y="3361"/>
                  </a:lnTo>
                  <a:lnTo>
                    <a:pt x="4221" y="3361"/>
                  </a:lnTo>
                  <a:lnTo>
                    <a:pt x="0" y="1145"/>
                  </a:lnTo>
                  <a:lnTo>
                    <a:pt x="0" y="3819"/>
                  </a:lnTo>
                  <a:lnTo>
                    <a:pt x="576" y="3819"/>
                  </a:lnTo>
                  <a:lnTo>
                    <a:pt x="748" y="4548"/>
                  </a:lnTo>
                  <a:cubicBezTo>
                    <a:pt x="976" y="4644"/>
                    <a:pt x="1191" y="4768"/>
                    <a:pt x="1389" y="4918"/>
                  </a:cubicBezTo>
                  <a:lnTo>
                    <a:pt x="2107" y="4703"/>
                  </a:lnTo>
                  <a:lnTo>
                    <a:pt x="3090" y="6408"/>
                  </a:lnTo>
                  <a:lnTo>
                    <a:pt x="2545" y="6922"/>
                  </a:lnTo>
                  <a:cubicBezTo>
                    <a:pt x="2561" y="7045"/>
                    <a:pt x="2568" y="7169"/>
                    <a:pt x="2568" y="7293"/>
                  </a:cubicBezTo>
                  <a:cubicBezTo>
                    <a:pt x="2568" y="7417"/>
                    <a:pt x="2560" y="7541"/>
                    <a:pt x="2545" y="7663"/>
                  </a:cubicBezTo>
                  <a:lnTo>
                    <a:pt x="3090" y="8175"/>
                  </a:lnTo>
                  <a:lnTo>
                    <a:pt x="2107" y="9882"/>
                  </a:lnTo>
                  <a:lnTo>
                    <a:pt x="1389" y="9665"/>
                  </a:lnTo>
                  <a:cubicBezTo>
                    <a:pt x="1191" y="9817"/>
                    <a:pt x="976" y="9941"/>
                    <a:pt x="748" y="10037"/>
                  </a:cubicBezTo>
                  <a:lnTo>
                    <a:pt x="576" y="10765"/>
                  </a:lnTo>
                  <a:lnTo>
                    <a:pt x="0" y="10765"/>
                  </a:lnTo>
                  <a:lnTo>
                    <a:pt x="0" y="13432"/>
                  </a:lnTo>
                  <a:cubicBezTo>
                    <a:pt x="1222" y="13071"/>
                    <a:pt x="2317" y="12334"/>
                    <a:pt x="3109" y="11332"/>
                  </a:cubicBezTo>
                  <a:cubicBezTo>
                    <a:pt x="3292" y="11100"/>
                    <a:pt x="3456" y="10857"/>
                    <a:pt x="3603" y="10604"/>
                  </a:cubicBezTo>
                  <a:lnTo>
                    <a:pt x="4881" y="10604"/>
                  </a:lnTo>
                  <a:lnTo>
                    <a:pt x="4881" y="11467"/>
                  </a:lnTo>
                  <a:cubicBezTo>
                    <a:pt x="4374" y="11638"/>
                    <a:pt x="4008" y="12117"/>
                    <a:pt x="4008" y="12681"/>
                  </a:cubicBezTo>
                  <a:cubicBezTo>
                    <a:pt x="4008" y="13389"/>
                    <a:pt x="4582" y="13962"/>
                    <a:pt x="5290" y="13962"/>
                  </a:cubicBezTo>
                  <a:cubicBezTo>
                    <a:pt x="5996" y="13962"/>
                    <a:pt x="6571" y="13389"/>
                    <a:pt x="6571" y="12681"/>
                  </a:cubicBezTo>
                  <a:cubicBezTo>
                    <a:pt x="6571" y="12117"/>
                    <a:pt x="6206" y="11638"/>
                    <a:pt x="5698" y="11467"/>
                  </a:cubicBezTo>
                  <a:lnTo>
                    <a:pt x="5698" y="9786"/>
                  </a:lnTo>
                  <a:lnTo>
                    <a:pt x="4000" y="9786"/>
                  </a:lnTo>
                  <a:cubicBezTo>
                    <a:pt x="4289" y="9062"/>
                    <a:pt x="4441" y="8281"/>
                    <a:pt x="4441" y="7496"/>
                  </a:cubicBezTo>
                  <a:lnTo>
                    <a:pt x="4441" y="7392"/>
                  </a:lnTo>
                  <a:lnTo>
                    <a:pt x="6163" y="7392"/>
                  </a:lnTo>
                  <a:lnTo>
                    <a:pt x="6163" y="6573"/>
                  </a:lnTo>
                  <a:lnTo>
                    <a:pt x="4441" y="6573"/>
                  </a:lnTo>
                  <a:lnTo>
                    <a:pt x="4441" y="4179"/>
                  </a:lnTo>
                  <a:lnTo>
                    <a:pt x="5698" y="4179"/>
                  </a:lnTo>
                  <a:lnTo>
                    <a:pt x="5698" y="2498"/>
                  </a:lnTo>
                  <a:cubicBezTo>
                    <a:pt x="6206" y="2326"/>
                    <a:pt x="6571" y="1846"/>
                    <a:pt x="6571" y="1284"/>
                  </a:cubicBezTo>
                  <a:cubicBezTo>
                    <a:pt x="6571" y="576"/>
                    <a:pt x="5996" y="1"/>
                    <a:pt x="52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89"/>
            <p:cNvSpPr/>
            <p:nvPr/>
          </p:nvSpPr>
          <p:spPr>
            <a:xfrm>
              <a:off x="7146300" y="3247525"/>
              <a:ext cx="164325" cy="349025"/>
            </a:xfrm>
            <a:custGeom>
              <a:rect b="b" l="l" r="r" t="t"/>
              <a:pathLst>
                <a:path extrusionOk="0" h="13961" w="6573">
                  <a:moveTo>
                    <a:pt x="1283" y="1"/>
                  </a:moveTo>
                  <a:cubicBezTo>
                    <a:pt x="576" y="1"/>
                    <a:pt x="0" y="574"/>
                    <a:pt x="0" y="1282"/>
                  </a:cubicBezTo>
                  <a:cubicBezTo>
                    <a:pt x="0" y="1846"/>
                    <a:pt x="367" y="2325"/>
                    <a:pt x="873" y="2496"/>
                  </a:cubicBezTo>
                  <a:lnTo>
                    <a:pt x="873" y="4177"/>
                  </a:lnTo>
                  <a:lnTo>
                    <a:pt x="2130" y="4177"/>
                  </a:lnTo>
                  <a:lnTo>
                    <a:pt x="2130" y="6571"/>
                  </a:lnTo>
                  <a:lnTo>
                    <a:pt x="410" y="6571"/>
                  </a:lnTo>
                  <a:lnTo>
                    <a:pt x="410" y="7390"/>
                  </a:lnTo>
                  <a:lnTo>
                    <a:pt x="2130" y="7390"/>
                  </a:lnTo>
                  <a:lnTo>
                    <a:pt x="2130" y="7494"/>
                  </a:lnTo>
                  <a:cubicBezTo>
                    <a:pt x="2130" y="8279"/>
                    <a:pt x="2282" y="9060"/>
                    <a:pt x="2571" y="9784"/>
                  </a:cubicBezTo>
                  <a:lnTo>
                    <a:pt x="873" y="9784"/>
                  </a:lnTo>
                  <a:lnTo>
                    <a:pt x="873" y="11465"/>
                  </a:lnTo>
                  <a:cubicBezTo>
                    <a:pt x="367" y="11636"/>
                    <a:pt x="2" y="12115"/>
                    <a:pt x="2" y="12679"/>
                  </a:cubicBezTo>
                  <a:cubicBezTo>
                    <a:pt x="2" y="13387"/>
                    <a:pt x="576" y="13960"/>
                    <a:pt x="1283" y="13960"/>
                  </a:cubicBezTo>
                  <a:cubicBezTo>
                    <a:pt x="1989" y="13960"/>
                    <a:pt x="2565" y="13387"/>
                    <a:pt x="2565" y="12679"/>
                  </a:cubicBezTo>
                  <a:cubicBezTo>
                    <a:pt x="2565" y="12115"/>
                    <a:pt x="2198" y="11636"/>
                    <a:pt x="1692" y="11465"/>
                  </a:cubicBezTo>
                  <a:lnTo>
                    <a:pt x="1692" y="10602"/>
                  </a:lnTo>
                  <a:lnTo>
                    <a:pt x="2968" y="10602"/>
                  </a:lnTo>
                  <a:cubicBezTo>
                    <a:pt x="3115" y="10855"/>
                    <a:pt x="3281" y="11098"/>
                    <a:pt x="3463" y="11330"/>
                  </a:cubicBezTo>
                  <a:cubicBezTo>
                    <a:pt x="4255" y="12332"/>
                    <a:pt x="5351" y="13069"/>
                    <a:pt x="6573" y="13430"/>
                  </a:cubicBezTo>
                  <a:lnTo>
                    <a:pt x="6573" y="10763"/>
                  </a:lnTo>
                  <a:lnTo>
                    <a:pt x="5997" y="10763"/>
                  </a:lnTo>
                  <a:lnTo>
                    <a:pt x="5825" y="10035"/>
                  </a:lnTo>
                  <a:cubicBezTo>
                    <a:pt x="5596" y="9939"/>
                    <a:pt x="5381" y="9815"/>
                    <a:pt x="5184" y="9663"/>
                  </a:cubicBezTo>
                  <a:lnTo>
                    <a:pt x="4466" y="9880"/>
                  </a:lnTo>
                  <a:lnTo>
                    <a:pt x="3481" y="8173"/>
                  </a:lnTo>
                  <a:lnTo>
                    <a:pt x="4026" y="7661"/>
                  </a:lnTo>
                  <a:cubicBezTo>
                    <a:pt x="4012" y="7539"/>
                    <a:pt x="4003" y="7415"/>
                    <a:pt x="4003" y="7291"/>
                  </a:cubicBezTo>
                  <a:cubicBezTo>
                    <a:pt x="4003" y="7167"/>
                    <a:pt x="4012" y="7043"/>
                    <a:pt x="4026" y="6920"/>
                  </a:cubicBezTo>
                  <a:lnTo>
                    <a:pt x="3481" y="6406"/>
                  </a:lnTo>
                  <a:lnTo>
                    <a:pt x="4466" y="4701"/>
                  </a:lnTo>
                  <a:lnTo>
                    <a:pt x="5184" y="4916"/>
                  </a:lnTo>
                  <a:cubicBezTo>
                    <a:pt x="5381" y="4766"/>
                    <a:pt x="5596" y="4642"/>
                    <a:pt x="5825" y="4546"/>
                  </a:cubicBezTo>
                  <a:lnTo>
                    <a:pt x="5997" y="3817"/>
                  </a:lnTo>
                  <a:lnTo>
                    <a:pt x="6573" y="3817"/>
                  </a:lnTo>
                  <a:lnTo>
                    <a:pt x="6573" y="1143"/>
                  </a:lnTo>
                  <a:lnTo>
                    <a:pt x="2350" y="3359"/>
                  </a:lnTo>
                  <a:lnTo>
                    <a:pt x="1692" y="3359"/>
                  </a:lnTo>
                  <a:lnTo>
                    <a:pt x="1692" y="2496"/>
                  </a:lnTo>
                  <a:cubicBezTo>
                    <a:pt x="2198" y="2325"/>
                    <a:pt x="2565" y="1846"/>
                    <a:pt x="2565" y="1282"/>
                  </a:cubicBezTo>
                  <a:cubicBezTo>
                    <a:pt x="2565" y="574"/>
                    <a:pt x="1989" y="1"/>
                    <a:pt x="12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56" name="Google Shape;3356;p89"/>
          <p:cNvSpPr/>
          <p:nvPr/>
        </p:nvSpPr>
        <p:spPr>
          <a:xfrm>
            <a:off x="719473" y="1500351"/>
            <a:ext cx="661200" cy="5727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57" name="Google Shape;3357;p89"/>
          <p:cNvGrpSpPr/>
          <p:nvPr/>
        </p:nvGrpSpPr>
        <p:grpSpPr>
          <a:xfrm>
            <a:off x="893743" y="1633164"/>
            <a:ext cx="312704" cy="312691"/>
            <a:chOff x="1094275" y="3784775"/>
            <a:chExt cx="349000" cy="349025"/>
          </a:xfrm>
        </p:grpSpPr>
        <p:sp>
          <p:nvSpPr>
            <p:cNvPr id="3358" name="Google Shape;3358;p89"/>
            <p:cNvSpPr/>
            <p:nvPr/>
          </p:nvSpPr>
          <p:spPr>
            <a:xfrm>
              <a:off x="1094275" y="4024025"/>
              <a:ext cx="349000" cy="109775"/>
            </a:xfrm>
            <a:custGeom>
              <a:rect b="b" l="l" r="r" t="t"/>
              <a:pathLst>
                <a:path extrusionOk="0" h="4391" w="13960">
                  <a:moveTo>
                    <a:pt x="0" y="0"/>
                  </a:moveTo>
                  <a:lnTo>
                    <a:pt x="0" y="1941"/>
                  </a:lnTo>
                  <a:lnTo>
                    <a:pt x="5716" y="1941"/>
                  </a:lnTo>
                  <a:lnTo>
                    <a:pt x="5716" y="2563"/>
                  </a:lnTo>
                  <a:cubicBezTo>
                    <a:pt x="5716" y="3120"/>
                    <a:pt x="5263" y="3573"/>
                    <a:pt x="4707" y="3573"/>
                  </a:cubicBezTo>
                  <a:lnTo>
                    <a:pt x="3608" y="3573"/>
                  </a:lnTo>
                  <a:lnTo>
                    <a:pt x="3608" y="4390"/>
                  </a:lnTo>
                  <a:lnTo>
                    <a:pt x="10352" y="4390"/>
                  </a:lnTo>
                  <a:lnTo>
                    <a:pt x="10352" y="3573"/>
                  </a:lnTo>
                  <a:lnTo>
                    <a:pt x="9254" y="3573"/>
                  </a:lnTo>
                  <a:cubicBezTo>
                    <a:pt x="8697" y="3573"/>
                    <a:pt x="8246" y="3120"/>
                    <a:pt x="8246" y="2563"/>
                  </a:cubicBezTo>
                  <a:lnTo>
                    <a:pt x="8246" y="1941"/>
                  </a:lnTo>
                  <a:lnTo>
                    <a:pt x="13960" y="1941"/>
                  </a:lnTo>
                  <a:lnTo>
                    <a:pt x="139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89"/>
            <p:cNvSpPr/>
            <p:nvPr/>
          </p:nvSpPr>
          <p:spPr>
            <a:xfrm>
              <a:off x="1254100" y="3878225"/>
              <a:ext cx="29375" cy="29375"/>
            </a:xfrm>
            <a:custGeom>
              <a:rect b="b" l="l" r="r" t="t"/>
              <a:pathLst>
                <a:path extrusionOk="0" h="1175" w="1175">
                  <a:moveTo>
                    <a:pt x="588" y="1"/>
                  </a:moveTo>
                  <a:cubicBezTo>
                    <a:pt x="264" y="1"/>
                    <a:pt x="1" y="265"/>
                    <a:pt x="1" y="588"/>
                  </a:cubicBezTo>
                  <a:cubicBezTo>
                    <a:pt x="1" y="912"/>
                    <a:pt x="264" y="1174"/>
                    <a:pt x="588" y="1174"/>
                  </a:cubicBezTo>
                  <a:cubicBezTo>
                    <a:pt x="910" y="1174"/>
                    <a:pt x="1175" y="912"/>
                    <a:pt x="1175" y="588"/>
                  </a:cubicBezTo>
                  <a:cubicBezTo>
                    <a:pt x="1175" y="263"/>
                    <a:pt x="910" y="1"/>
                    <a:pt x="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89"/>
            <p:cNvSpPr/>
            <p:nvPr/>
          </p:nvSpPr>
          <p:spPr>
            <a:xfrm>
              <a:off x="1094275" y="3784775"/>
              <a:ext cx="349000" cy="218850"/>
            </a:xfrm>
            <a:custGeom>
              <a:rect b="b" l="l" r="r" t="t"/>
              <a:pathLst>
                <a:path extrusionOk="0" h="8754" w="13960">
                  <a:moveTo>
                    <a:pt x="6981" y="1169"/>
                  </a:moveTo>
                  <a:cubicBezTo>
                    <a:pt x="8720" y="1169"/>
                    <a:pt x="10137" y="2586"/>
                    <a:pt x="10137" y="4326"/>
                  </a:cubicBezTo>
                  <a:lnTo>
                    <a:pt x="10137" y="5329"/>
                  </a:lnTo>
                  <a:cubicBezTo>
                    <a:pt x="10137" y="6038"/>
                    <a:pt x="9560" y="6614"/>
                    <a:pt x="8852" y="6614"/>
                  </a:cubicBezTo>
                  <a:cubicBezTo>
                    <a:pt x="8232" y="6614"/>
                    <a:pt x="7713" y="6174"/>
                    <a:pt x="7593" y="5589"/>
                  </a:cubicBezTo>
                  <a:cubicBezTo>
                    <a:pt x="7407" y="5680"/>
                    <a:pt x="7201" y="5729"/>
                    <a:pt x="6981" y="5729"/>
                  </a:cubicBezTo>
                  <a:cubicBezTo>
                    <a:pt x="6205" y="5729"/>
                    <a:pt x="5575" y="5101"/>
                    <a:pt x="5575" y="4326"/>
                  </a:cubicBezTo>
                  <a:cubicBezTo>
                    <a:pt x="5575" y="3550"/>
                    <a:pt x="6205" y="2920"/>
                    <a:pt x="6981" y="2920"/>
                  </a:cubicBezTo>
                  <a:cubicBezTo>
                    <a:pt x="7755" y="2920"/>
                    <a:pt x="8385" y="3550"/>
                    <a:pt x="8385" y="4326"/>
                  </a:cubicBezTo>
                  <a:lnTo>
                    <a:pt x="8385" y="5329"/>
                  </a:lnTo>
                  <a:cubicBezTo>
                    <a:pt x="8385" y="5587"/>
                    <a:pt x="8595" y="5795"/>
                    <a:pt x="8852" y="5795"/>
                  </a:cubicBezTo>
                  <a:cubicBezTo>
                    <a:pt x="9109" y="5795"/>
                    <a:pt x="9319" y="5587"/>
                    <a:pt x="9319" y="5329"/>
                  </a:cubicBezTo>
                  <a:lnTo>
                    <a:pt x="9319" y="4326"/>
                  </a:lnTo>
                  <a:cubicBezTo>
                    <a:pt x="9319" y="3036"/>
                    <a:pt x="8269" y="1988"/>
                    <a:pt x="6981" y="1988"/>
                  </a:cubicBezTo>
                  <a:cubicBezTo>
                    <a:pt x="5691" y="1988"/>
                    <a:pt x="4643" y="3036"/>
                    <a:pt x="4643" y="4326"/>
                  </a:cubicBezTo>
                  <a:cubicBezTo>
                    <a:pt x="4643" y="5615"/>
                    <a:pt x="5691" y="6663"/>
                    <a:pt x="6981" y="6663"/>
                  </a:cubicBezTo>
                  <a:lnTo>
                    <a:pt x="6981" y="7482"/>
                  </a:lnTo>
                  <a:cubicBezTo>
                    <a:pt x="5240" y="7482"/>
                    <a:pt x="3824" y="6065"/>
                    <a:pt x="3824" y="4326"/>
                  </a:cubicBezTo>
                  <a:cubicBezTo>
                    <a:pt x="3824" y="2584"/>
                    <a:pt x="5240" y="1169"/>
                    <a:pt x="6981" y="1169"/>
                  </a:cubicBezTo>
                  <a:close/>
                  <a:moveTo>
                    <a:pt x="0" y="0"/>
                  </a:moveTo>
                  <a:lnTo>
                    <a:pt x="0" y="8753"/>
                  </a:lnTo>
                  <a:lnTo>
                    <a:pt x="13960" y="8753"/>
                  </a:lnTo>
                  <a:lnTo>
                    <a:pt x="139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61" name="Google Shape;3361;p89"/>
          <p:cNvSpPr txBox="1"/>
          <p:nvPr>
            <p:ph idx="4" type="subTitle"/>
          </p:nvPr>
        </p:nvSpPr>
        <p:spPr>
          <a:xfrm>
            <a:off x="1402000" y="4034600"/>
            <a:ext cx="7284600" cy="53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Can we predict the likelihood of a response action per attack severity &amp; attack type?</a:t>
            </a:r>
            <a:endParaRPr/>
          </a:p>
        </p:txBody>
      </p:sp>
      <p:sp>
        <p:nvSpPr>
          <p:cNvPr id="3362" name="Google Shape;3362;p89"/>
          <p:cNvSpPr/>
          <p:nvPr/>
        </p:nvSpPr>
        <p:spPr>
          <a:xfrm>
            <a:off x="719473" y="3557751"/>
            <a:ext cx="661200" cy="5727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63" name="Google Shape;3363;p89"/>
          <p:cNvGrpSpPr/>
          <p:nvPr/>
        </p:nvGrpSpPr>
        <p:grpSpPr>
          <a:xfrm>
            <a:off x="894683" y="3669575"/>
            <a:ext cx="310775" cy="349025"/>
            <a:chOff x="2638025" y="2674650"/>
            <a:chExt cx="310775" cy="349025"/>
          </a:xfrm>
        </p:grpSpPr>
        <p:sp>
          <p:nvSpPr>
            <p:cNvPr id="3364" name="Google Shape;3364;p89"/>
            <p:cNvSpPr/>
            <p:nvPr/>
          </p:nvSpPr>
          <p:spPr>
            <a:xfrm>
              <a:off x="2856475" y="2755750"/>
              <a:ext cx="92325" cy="81625"/>
            </a:xfrm>
            <a:custGeom>
              <a:rect b="b" l="l" r="r" t="t"/>
              <a:pathLst>
                <a:path extrusionOk="0" h="3265" w="3693">
                  <a:moveTo>
                    <a:pt x="1" y="1"/>
                  </a:moveTo>
                  <a:lnTo>
                    <a:pt x="1" y="3265"/>
                  </a:lnTo>
                  <a:lnTo>
                    <a:pt x="1438" y="3265"/>
                  </a:lnTo>
                  <a:lnTo>
                    <a:pt x="1438" y="1188"/>
                  </a:lnTo>
                  <a:lnTo>
                    <a:pt x="2256" y="1188"/>
                  </a:lnTo>
                  <a:lnTo>
                    <a:pt x="2256" y="3265"/>
                  </a:lnTo>
                  <a:lnTo>
                    <a:pt x="3693" y="3265"/>
                  </a:lnTo>
                  <a:lnTo>
                    <a:pt x="3693"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89"/>
            <p:cNvSpPr/>
            <p:nvPr/>
          </p:nvSpPr>
          <p:spPr>
            <a:xfrm>
              <a:off x="2856825" y="2674650"/>
              <a:ext cx="91650" cy="60725"/>
            </a:xfrm>
            <a:custGeom>
              <a:rect b="b" l="l" r="r" t="t"/>
              <a:pathLst>
                <a:path extrusionOk="0" h="2429" w="3666">
                  <a:moveTo>
                    <a:pt x="1834" y="1"/>
                  </a:moveTo>
                  <a:cubicBezTo>
                    <a:pt x="822" y="1"/>
                    <a:pt x="0" y="823"/>
                    <a:pt x="0" y="1833"/>
                  </a:cubicBezTo>
                  <a:lnTo>
                    <a:pt x="0" y="2428"/>
                  </a:lnTo>
                  <a:lnTo>
                    <a:pt x="819" y="2428"/>
                  </a:lnTo>
                  <a:lnTo>
                    <a:pt x="819" y="1833"/>
                  </a:lnTo>
                  <a:cubicBezTo>
                    <a:pt x="819" y="1274"/>
                    <a:pt x="1273" y="818"/>
                    <a:pt x="1834" y="818"/>
                  </a:cubicBezTo>
                  <a:cubicBezTo>
                    <a:pt x="2393" y="818"/>
                    <a:pt x="2847" y="1274"/>
                    <a:pt x="2847" y="1833"/>
                  </a:cubicBezTo>
                  <a:lnTo>
                    <a:pt x="2847" y="2428"/>
                  </a:lnTo>
                  <a:lnTo>
                    <a:pt x="3666" y="2428"/>
                  </a:lnTo>
                  <a:lnTo>
                    <a:pt x="3666" y="1833"/>
                  </a:lnTo>
                  <a:cubicBezTo>
                    <a:pt x="3666" y="823"/>
                    <a:pt x="2844" y="1"/>
                    <a:pt x="1834" y="1"/>
                  </a:cubicBez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89"/>
            <p:cNvSpPr/>
            <p:nvPr/>
          </p:nvSpPr>
          <p:spPr>
            <a:xfrm>
              <a:off x="2638025" y="2759650"/>
              <a:ext cx="264025" cy="234400"/>
            </a:xfrm>
            <a:custGeom>
              <a:rect b="b" l="l" r="r" t="t"/>
              <a:pathLst>
                <a:path extrusionOk="0" h="9376" w="10561">
                  <a:moveTo>
                    <a:pt x="5280" y="0"/>
                  </a:moveTo>
                  <a:cubicBezTo>
                    <a:pt x="2368" y="0"/>
                    <a:pt x="0" y="2370"/>
                    <a:pt x="0" y="5281"/>
                  </a:cubicBezTo>
                  <a:cubicBezTo>
                    <a:pt x="0" y="6931"/>
                    <a:pt x="761" y="8406"/>
                    <a:pt x="1950" y="9375"/>
                  </a:cubicBezTo>
                  <a:lnTo>
                    <a:pt x="1950" y="8686"/>
                  </a:lnTo>
                  <a:cubicBezTo>
                    <a:pt x="1950" y="7500"/>
                    <a:pt x="2719" y="6490"/>
                    <a:pt x="3785" y="6129"/>
                  </a:cubicBezTo>
                  <a:cubicBezTo>
                    <a:pt x="3474" y="5777"/>
                    <a:pt x="3284" y="5316"/>
                    <a:pt x="3284" y="4810"/>
                  </a:cubicBezTo>
                  <a:cubicBezTo>
                    <a:pt x="3284" y="3711"/>
                    <a:pt x="4180" y="2814"/>
                    <a:pt x="5280" y="2814"/>
                  </a:cubicBezTo>
                  <a:cubicBezTo>
                    <a:pt x="6381" y="2814"/>
                    <a:pt x="7276" y="3711"/>
                    <a:pt x="7276" y="4810"/>
                  </a:cubicBezTo>
                  <a:cubicBezTo>
                    <a:pt x="7276" y="5316"/>
                    <a:pt x="7087" y="5777"/>
                    <a:pt x="6776" y="6129"/>
                  </a:cubicBezTo>
                  <a:cubicBezTo>
                    <a:pt x="7841" y="6490"/>
                    <a:pt x="8610" y="7500"/>
                    <a:pt x="8610" y="8686"/>
                  </a:cubicBezTo>
                  <a:lnTo>
                    <a:pt x="8610" y="9375"/>
                  </a:lnTo>
                  <a:cubicBezTo>
                    <a:pt x="9799" y="8406"/>
                    <a:pt x="10561" y="6931"/>
                    <a:pt x="10561" y="5281"/>
                  </a:cubicBezTo>
                  <a:cubicBezTo>
                    <a:pt x="10561" y="4813"/>
                    <a:pt x="10498" y="4359"/>
                    <a:pt x="10384" y="3925"/>
                  </a:cubicBezTo>
                  <a:lnTo>
                    <a:pt x="7922" y="3925"/>
                  </a:lnTo>
                  <a:lnTo>
                    <a:pt x="7922" y="711"/>
                  </a:lnTo>
                  <a:cubicBezTo>
                    <a:pt x="7145" y="260"/>
                    <a:pt x="6242" y="0"/>
                    <a:pt x="5280" y="0"/>
                  </a:cubicBez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89"/>
            <p:cNvSpPr/>
            <p:nvPr/>
          </p:nvSpPr>
          <p:spPr>
            <a:xfrm>
              <a:off x="2740575" y="2850450"/>
              <a:ext cx="58900" cy="58900"/>
            </a:xfrm>
            <a:custGeom>
              <a:rect b="b" l="l" r="r" t="t"/>
              <a:pathLst>
                <a:path extrusionOk="0" h="2356" w="2356">
                  <a:moveTo>
                    <a:pt x="1178" y="1"/>
                  </a:moveTo>
                  <a:cubicBezTo>
                    <a:pt x="528" y="1"/>
                    <a:pt x="1" y="528"/>
                    <a:pt x="1" y="1178"/>
                  </a:cubicBezTo>
                  <a:cubicBezTo>
                    <a:pt x="1" y="1828"/>
                    <a:pt x="528" y="2355"/>
                    <a:pt x="1178" y="2355"/>
                  </a:cubicBezTo>
                  <a:cubicBezTo>
                    <a:pt x="1828" y="2355"/>
                    <a:pt x="2355" y="1828"/>
                    <a:pt x="2355" y="1178"/>
                  </a:cubicBezTo>
                  <a:cubicBezTo>
                    <a:pt x="2355" y="530"/>
                    <a:pt x="1828" y="1"/>
                    <a:pt x="1178" y="1"/>
                  </a:cubicBez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89"/>
            <p:cNvSpPr/>
            <p:nvPr/>
          </p:nvSpPr>
          <p:spPr>
            <a:xfrm>
              <a:off x="2707225" y="2929775"/>
              <a:ext cx="125600" cy="93900"/>
            </a:xfrm>
            <a:custGeom>
              <a:rect b="b" l="l" r="r" t="t"/>
              <a:pathLst>
                <a:path extrusionOk="0" h="3756" w="5024">
                  <a:moveTo>
                    <a:pt x="1880" y="1"/>
                  </a:moveTo>
                  <a:cubicBezTo>
                    <a:pt x="844" y="1"/>
                    <a:pt x="0" y="844"/>
                    <a:pt x="0" y="1881"/>
                  </a:cubicBezTo>
                  <a:lnTo>
                    <a:pt x="0" y="3119"/>
                  </a:lnTo>
                  <a:cubicBezTo>
                    <a:pt x="748" y="3526"/>
                    <a:pt x="1604" y="3756"/>
                    <a:pt x="2512" y="3756"/>
                  </a:cubicBezTo>
                  <a:cubicBezTo>
                    <a:pt x="3421" y="3756"/>
                    <a:pt x="4276" y="3526"/>
                    <a:pt x="5023" y="3119"/>
                  </a:cubicBezTo>
                  <a:lnTo>
                    <a:pt x="5023" y="1881"/>
                  </a:lnTo>
                  <a:cubicBezTo>
                    <a:pt x="5023" y="844"/>
                    <a:pt x="4180" y="1"/>
                    <a:pt x="3143" y="1"/>
                  </a:cubicBez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2" name="Shape 3372"/>
        <p:cNvGrpSpPr/>
        <p:nvPr/>
      </p:nvGrpSpPr>
      <p:grpSpPr>
        <a:xfrm>
          <a:off x="0" y="0"/>
          <a:ext cx="0" cy="0"/>
          <a:chOff x="0" y="0"/>
          <a:chExt cx="0" cy="0"/>
        </a:xfrm>
      </p:grpSpPr>
      <p:sp>
        <p:nvSpPr>
          <p:cNvPr id="3373" name="Google Shape;3373;p9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000"/>
              <a:t>Types</a:t>
            </a:r>
            <a:endParaRPr sz="4000"/>
          </a:p>
        </p:txBody>
      </p:sp>
      <p:sp>
        <p:nvSpPr>
          <p:cNvPr id="3374" name="Google Shape;3374;p90"/>
          <p:cNvSpPr txBox="1"/>
          <p:nvPr>
            <p:ph idx="4" type="subTitle"/>
          </p:nvPr>
        </p:nvSpPr>
        <p:spPr>
          <a:xfrm>
            <a:off x="643800" y="1776157"/>
            <a:ext cx="5240100" cy="1896000"/>
          </a:xfrm>
          <a:prstGeom prst="rect">
            <a:avLst/>
          </a:prstGeom>
        </p:spPr>
        <p:txBody>
          <a:bodyPr anchorCtr="0" anchor="b" bIns="91425" lIns="91425" spcFirstLastPara="1" rIns="91425" wrap="square" tIns="91425">
            <a:noAutofit/>
          </a:bodyPr>
          <a:lstStyle/>
          <a:p>
            <a:pPr indent="-317500" lvl="0" marL="457200" rtl="0" algn="l">
              <a:spcBef>
                <a:spcPts val="0"/>
              </a:spcBef>
              <a:spcAft>
                <a:spcPts val="0"/>
              </a:spcAft>
              <a:buSzPts val="1400"/>
              <a:buChar char="●"/>
            </a:pPr>
            <a:r>
              <a:rPr lang="en"/>
              <a:t>Ransomware</a:t>
            </a:r>
            <a:endParaRPr/>
          </a:p>
          <a:p>
            <a:pPr indent="-317500" lvl="0" marL="457200" rtl="0" algn="l">
              <a:spcBef>
                <a:spcPts val="0"/>
              </a:spcBef>
              <a:spcAft>
                <a:spcPts val="0"/>
              </a:spcAft>
              <a:buSzPts val="1400"/>
              <a:buChar char="●"/>
            </a:pPr>
            <a:r>
              <a:rPr lang="en"/>
              <a:t>DDOS</a:t>
            </a:r>
            <a:endParaRPr/>
          </a:p>
          <a:p>
            <a:pPr indent="-317500" lvl="0" marL="457200" rtl="0" algn="l">
              <a:spcBef>
                <a:spcPts val="0"/>
              </a:spcBef>
              <a:spcAft>
                <a:spcPts val="0"/>
              </a:spcAft>
              <a:buSzPts val="1400"/>
              <a:buChar char="●"/>
            </a:pPr>
            <a:r>
              <a:rPr lang="en"/>
              <a:t>Insider Threat</a:t>
            </a:r>
            <a:endParaRPr/>
          </a:p>
          <a:p>
            <a:pPr indent="-317500" lvl="0" marL="457200" rtl="0" algn="l">
              <a:spcBef>
                <a:spcPts val="0"/>
              </a:spcBef>
              <a:spcAft>
                <a:spcPts val="0"/>
              </a:spcAft>
              <a:buSzPts val="1400"/>
              <a:buChar char="●"/>
            </a:pPr>
            <a:r>
              <a:rPr lang="en"/>
              <a:t>Phishing</a:t>
            </a:r>
            <a:endParaRPr/>
          </a:p>
          <a:p>
            <a:pPr indent="-317500" lvl="0" marL="457200" rtl="0" algn="l">
              <a:spcBef>
                <a:spcPts val="0"/>
              </a:spcBef>
              <a:spcAft>
                <a:spcPts val="0"/>
              </a:spcAft>
              <a:buSzPts val="1400"/>
              <a:buChar char="●"/>
            </a:pPr>
            <a:r>
              <a:rPr lang="en"/>
              <a:t>Malware (everything else)</a:t>
            </a:r>
            <a:endParaRPr/>
          </a:p>
        </p:txBody>
      </p:sp>
      <p:sp>
        <p:nvSpPr>
          <p:cNvPr id="3375" name="Google Shape;3375;p90"/>
          <p:cNvSpPr/>
          <p:nvPr/>
        </p:nvSpPr>
        <p:spPr>
          <a:xfrm rot="1771310">
            <a:off x="3148225" y="43972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76" name="Google Shape;3376;p90"/>
          <p:cNvPicPr preferRelativeResize="0"/>
          <p:nvPr/>
        </p:nvPicPr>
        <p:blipFill rotWithShape="1">
          <a:blip r:embed="rId3">
            <a:alphaModFix/>
          </a:blip>
          <a:srcRect b="12546" l="28959" r="12546" t="12546"/>
          <a:stretch/>
        </p:blipFill>
        <p:spPr>
          <a:xfrm rot="10800000">
            <a:off x="6673474" y="1704152"/>
            <a:ext cx="726651" cy="596548"/>
          </a:xfrm>
          <a:prstGeom prst="rect">
            <a:avLst/>
          </a:prstGeom>
          <a:noFill/>
          <a:ln>
            <a:noFill/>
          </a:ln>
        </p:spPr>
      </p:pic>
      <p:grpSp>
        <p:nvGrpSpPr>
          <p:cNvPr id="3377" name="Google Shape;3377;p90"/>
          <p:cNvGrpSpPr/>
          <p:nvPr/>
        </p:nvGrpSpPr>
        <p:grpSpPr>
          <a:xfrm>
            <a:off x="7219156" y="539508"/>
            <a:ext cx="1211612" cy="438051"/>
            <a:chOff x="175552" y="1101686"/>
            <a:chExt cx="520944" cy="188336"/>
          </a:xfrm>
        </p:grpSpPr>
        <p:sp>
          <p:nvSpPr>
            <p:cNvPr id="3378" name="Google Shape;3378;p90"/>
            <p:cNvSpPr/>
            <p:nvPr/>
          </p:nvSpPr>
          <p:spPr>
            <a:xfrm>
              <a:off x="175552" y="1101686"/>
              <a:ext cx="22112" cy="28928"/>
            </a:xfrm>
            <a:custGeom>
              <a:rect b="b" l="l" r="r" t="t"/>
              <a:pathLst>
                <a:path extrusionOk="0" h="1808" w="1382">
                  <a:moveTo>
                    <a:pt x="1" y="0"/>
                  </a:moveTo>
                  <a:lnTo>
                    <a:pt x="1"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90"/>
            <p:cNvSpPr/>
            <p:nvPr/>
          </p:nvSpPr>
          <p:spPr>
            <a:xfrm>
              <a:off x="246816"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90"/>
            <p:cNvSpPr/>
            <p:nvPr/>
          </p:nvSpPr>
          <p:spPr>
            <a:xfrm>
              <a:off x="318080"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90"/>
            <p:cNvSpPr/>
            <p:nvPr/>
          </p:nvSpPr>
          <p:spPr>
            <a:xfrm>
              <a:off x="389344"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90"/>
            <p:cNvSpPr/>
            <p:nvPr/>
          </p:nvSpPr>
          <p:spPr>
            <a:xfrm>
              <a:off x="460608" y="1101686"/>
              <a:ext cx="22096" cy="28928"/>
            </a:xfrm>
            <a:custGeom>
              <a:rect b="b" l="l" r="r" t="t"/>
              <a:pathLst>
                <a:path extrusionOk="0" h="1808" w="1381">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90"/>
            <p:cNvSpPr/>
            <p:nvPr/>
          </p:nvSpPr>
          <p:spPr>
            <a:xfrm>
              <a:off x="531856" y="1101686"/>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90"/>
            <p:cNvSpPr/>
            <p:nvPr/>
          </p:nvSpPr>
          <p:spPr>
            <a:xfrm>
              <a:off x="603120" y="1101686"/>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90"/>
            <p:cNvSpPr/>
            <p:nvPr/>
          </p:nvSpPr>
          <p:spPr>
            <a:xfrm>
              <a:off x="674416" y="1101686"/>
              <a:ext cx="22080" cy="28928"/>
            </a:xfrm>
            <a:custGeom>
              <a:rect b="b" l="l" r="r" t="t"/>
              <a:pathLst>
                <a:path extrusionOk="0" h="1808" w="1380">
                  <a:moveTo>
                    <a:pt x="1" y="0"/>
                  </a:moveTo>
                  <a:lnTo>
                    <a:pt x="1" y="1807"/>
                  </a:lnTo>
                  <a:lnTo>
                    <a:pt x="1379" y="1807"/>
                  </a:lnTo>
                  <a:lnTo>
                    <a:pt x="1379"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90"/>
            <p:cNvSpPr/>
            <p:nvPr/>
          </p:nvSpPr>
          <p:spPr>
            <a:xfrm>
              <a:off x="175552" y="1181414"/>
              <a:ext cx="22112" cy="28928"/>
            </a:xfrm>
            <a:custGeom>
              <a:rect b="b" l="l" r="r" t="t"/>
              <a:pathLst>
                <a:path extrusionOk="0" h="1808" w="1382">
                  <a:moveTo>
                    <a:pt x="1" y="0"/>
                  </a:moveTo>
                  <a:lnTo>
                    <a:pt x="1"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90"/>
            <p:cNvSpPr/>
            <p:nvPr/>
          </p:nvSpPr>
          <p:spPr>
            <a:xfrm>
              <a:off x="246816"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90"/>
            <p:cNvSpPr/>
            <p:nvPr/>
          </p:nvSpPr>
          <p:spPr>
            <a:xfrm>
              <a:off x="318080"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90"/>
            <p:cNvSpPr/>
            <p:nvPr/>
          </p:nvSpPr>
          <p:spPr>
            <a:xfrm>
              <a:off x="389344"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90"/>
            <p:cNvSpPr/>
            <p:nvPr/>
          </p:nvSpPr>
          <p:spPr>
            <a:xfrm>
              <a:off x="460608" y="1181414"/>
              <a:ext cx="22096" cy="28928"/>
            </a:xfrm>
            <a:custGeom>
              <a:rect b="b" l="l" r="r" t="t"/>
              <a:pathLst>
                <a:path extrusionOk="0" h="1808" w="1381">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90"/>
            <p:cNvSpPr/>
            <p:nvPr/>
          </p:nvSpPr>
          <p:spPr>
            <a:xfrm>
              <a:off x="531856" y="1181414"/>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90"/>
            <p:cNvSpPr/>
            <p:nvPr/>
          </p:nvSpPr>
          <p:spPr>
            <a:xfrm>
              <a:off x="603120" y="1181414"/>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90"/>
            <p:cNvSpPr/>
            <p:nvPr/>
          </p:nvSpPr>
          <p:spPr>
            <a:xfrm>
              <a:off x="674416" y="1181414"/>
              <a:ext cx="22080" cy="28928"/>
            </a:xfrm>
            <a:custGeom>
              <a:rect b="b" l="l" r="r" t="t"/>
              <a:pathLst>
                <a:path extrusionOk="0" h="1808" w="1380">
                  <a:moveTo>
                    <a:pt x="1" y="0"/>
                  </a:moveTo>
                  <a:lnTo>
                    <a:pt x="1" y="1807"/>
                  </a:lnTo>
                  <a:lnTo>
                    <a:pt x="1379" y="1807"/>
                  </a:lnTo>
                  <a:lnTo>
                    <a:pt x="1379"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90"/>
            <p:cNvSpPr/>
            <p:nvPr/>
          </p:nvSpPr>
          <p:spPr>
            <a:xfrm>
              <a:off x="175552" y="1261094"/>
              <a:ext cx="22112" cy="28928"/>
            </a:xfrm>
            <a:custGeom>
              <a:rect b="b" l="l" r="r" t="t"/>
              <a:pathLst>
                <a:path extrusionOk="0" h="1808" w="1382">
                  <a:moveTo>
                    <a:pt x="1" y="1"/>
                  </a:moveTo>
                  <a:lnTo>
                    <a:pt x="1"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90"/>
            <p:cNvSpPr/>
            <p:nvPr/>
          </p:nvSpPr>
          <p:spPr>
            <a:xfrm>
              <a:off x="246816"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90"/>
            <p:cNvSpPr/>
            <p:nvPr/>
          </p:nvSpPr>
          <p:spPr>
            <a:xfrm>
              <a:off x="318080"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90"/>
            <p:cNvSpPr/>
            <p:nvPr/>
          </p:nvSpPr>
          <p:spPr>
            <a:xfrm>
              <a:off x="389344"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90"/>
            <p:cNvSpPr/>
            <p:nvPr/>
          </p:nvSpPr>
          <p:spPr>
            <a:xfrm>
              <a:off x="460608" y="1261094"/>
              <a:ext cx="22096" cy="28928"/>
            </a:xfrm>
            <a:custGeom>
              <a:rect b="b" l="l" r="r" t="t"/>
              <a:pathLst>
                <a:path extrusionOk="0" h="1808" w="1381">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90"/>
            <p:cNvSpPr/>
            <p:nvPr/>
          </p:nvSpPr>
          <p:spPr>
            <a:xfrm>
              <a:off x="531856" y="1261094"/>
              <a:ext cx="22112" cy="28928"/>
            </a:xfrm>
            <a:custGeom>
              <a:rect b="b" l="l" r="r" t="t"/>
              <a:pathLst>
                <a:path extrusionOk="0" h="1808" w="1382">
                  <a:moveTo>
                    <a:pt x="1" y="1"/>
                  </a:moveTo>
                  <a:lnTo>
                    <a:pt x="1" y="1808"/>
                  </a:lnTo>
                  <a:lnTo>
                    <a:pt x="1382" y="1808"/>
                  </a:lnTo>
                  <a:lnTo>
                    <a:pt x="1382"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90"/>
            <p:cNvSpPr/>
            <p:nvPr/>
          </p:nvSpPr>
          <p:spPr>
            <a:xfrm>
              <a:off x="603120" y="1261094"/>
              <a:ext cx="22112" cy="28928"/>
            </a:xfrm>
            <a:custGeom>
              <a:rect b="b" l="l" r="r" t="t"/>
              <a:pathLst>
                <a:path extrusionOk="0" h="1808" w="1382">
                  <a:moveTo>
                    <a:pt x="1" y="1"/>
                  </a:moveTo>
                  <a:lnTo>
                    <a:pt x="1" y="1808"/>
                  </a:lnTo>
                  <a:lnTo>
                    <a:pt x="1382" y="1808"/>
                  </a:lnTo>
                  <a:lnTo>
                    <a:pt x="1382"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90"/>
            <p:cNvSpPr/>
            <p:nvPr/>
          </p:nvSpPr>
          <p:spPr>
            <a:xfrm>
              <a:off x="674416" y="1261094"/>
              <a:ext cx="22080" cy="28928"/>
            </a:xfrm>
            <a:custGeom>
              <a:rect b="b" l="l" r="r" t="t"/>
              <a:pathLst>
                <a:path extrusionOk="0" h="1808" w="1380">
                  <a:moveTo>
                    <a:pt x="1" y="1"/>
                  </a:moveTo>
                  <a:lnTo>
                    <a:pt x="1" y="1808"/>
                  </a:lnTo>
                  <a:lnTo>
                    <a:pt x="1379" y="1808"/>
                  </a:lnTo>
                  <a:lnTo>
                    <a:pt x="1379"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5" name="Shape 3405"/>
        <p:cNvGrpSpPr/>
        <p:nvPr/>
      </p:nvGrpSpPr>
      <p:grpSpPr>
        <a:xfrm>
          <a:off x="0" y="0"/>
          <a:ext cx="0" cy="0"/>
          <a:chOff x="0" y="0"/>
          <a:chExt cx="0" cy="0"/>
        </a:xfrm>
      </p:grpSpPr>
      <p:sp>
        <p:nvSpPr>
          <p:cNvPr id="3406" name="Google Shape;3406;p91"/>
          <p:cNvSpPr txBox="1"/>
          <p:nvPr>
            <p:ph idx="9" type="title"/>
          </p:nvPr>
        </p:nvSpPr>
        <p:spPr>
          <a:xfrm>
            <a:off x="720000" y="310900"/>
            <a:ext cx="7704000" cy="123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What’s the most common attack type/severity? </a:t>
            </a:r>
            <a:r>
              <a:rPr lang="en" sz="1600"/>
              <a:t>(methodology)</a:t>
            </a:r>
            <a:endParaRPr sz="1600"/>
          </a:p>
        </p:txBody>
      </p:sp>
      <p:sp>
        <p:nvSpPr>
          <p:cNvPr id="3407" name="Google Shape;3407;p91"/>
          <p:cNvSpPr txBox="1"/>
          <p:nvPr>
            <p:ph idx="4" type="subTitle"/>
          </p:nvPr>
        </p:nvSpPr>
        <p:spPr>
          <a:xfrm>
            <a:off x="720000" y="2043700"/>
            <a:ext cx="3852000" cy="9723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sz="1800"/>
              <a:t>Countplot graph</a:t>
            </a:r>
            <a:endParaRPr sz="1800"/>
          </a:p>
          <a:p>
            <a:pPr indent="-342900" lvl="0" marL="457200" rtl="0" algn="l">
              <a:lnSpc>
                <a:spcPct val="150000"/>
              </a:lnSpc>
              <a:spcBef>
                <a:spcPts val="0"/>
              </a:spcBef>
              <a:spcAft>
                <a:spcPts val="0"/>
              </a:spcAft>
              <a:buSzPts val="1800"/>
              <a:buChar char="●"/>
            </a:pPr>
            <a:r>
              <a:rPr lang="en" sz="1800"/>
              <a:t>Seaborn</a:t>
            </a:r>
            <a:endParaRPr sz="1800"/>
          </a:p>
        </p:txBody>
      </p:sp>
      <p:pic>
        <p:nvPicPr>
          <p:cNvPr id="3408" name="Google Shape;3408;p91"/>
          <p:cNvPicPr preferRelativeResize="0"/>
          <p:nvPr/>
        </p:nvPicPr>
        <p:blipFill rotWithShape="1">
          <a:blip r:embed="rId3">
            <a:alphaModFix/>
          </a:blip>
          <a:srcRect b="14380" l="5186" r="0" t="15845"/>
          <a:stretch/>
        </p:blipFill>
        <p:spPr>
          <a:xfrm flipH="1">
            <a:off x="4112675" y="2197625"/>
            <a:ext cx="2855025" cy="2064050"/>
          </a:xfrm>
          <a:prstGeom prst="rect">
            <a:avLst/>
          </a:prstGeom>
          <a:noFill/>
          <a:ln>
            <a:noFill/>
          </a:ln>
          <a:effectLst>
            <a:outerShdw blurRad="257175" rotWithShape="0" algn="bl" dir="21540000" dist="114300">
              <a:srgbClr val="FFFFFF">
                <a:alpha val="9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2" name="Shape 3412"/>
        <p:cNvGrpSpPr/>
        <p:nvPr/>
      </p:nvGrpSpPr>
      <p:grpSpPr>
        <a:xfrm>
          <a:off x="0" y="0"/>
          <a:ext cx="0" cy="0"/>
          <a:chOff x="0" y="0"/>
          <a:chExt cx="0" cy="0"/>
        </a:xfrm>
      </p:grpSpPr>
      <p:sp>
        <p:nvSpPr>
          <p:cNvPr id="3413" name="Google Shape;3413;p92"/>
          <p:cNvSpPr txBox="1"/>
          <p:nvPr>
            <p:ph idx="9" type="title"/>
          </p:nvPr>
        </p:nvSpPr>
        <p:spPr>
          <a:xfrm>
            <a:off x="720000" y="310900"/>
            <a:ext cx="7704000" cy="123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What’s the most common attack severity/type? </a:t>
            </a:r>
            <a:r>
              <a:rPr lang="en" sz="1600"/>
              <a:t>(results)</a:t>
            </a:r>
            <a:endParaRPr sz="1600"/>
          </a:p>
        </p:txBody>
      </p:sp>
      <p:pic>
        <p:nvPicPr>
          <p:cNvPr id="3414" name="Google Shape;3414;p92"/>
          <p:cNvPicPr preferRelativeResize="0"/>
          <p:nvPr/>
        </p:nvPicPr>
        <p:blipFill>
          <a:blip r:embed="rId3">
            <a:alphaModFix/>
          </a:blip>
          <a:stretch>
            <a:fillRect/>
          </a:stretch>
        </p:blipFill>
        <p:spPr>
          <a:xfrm>
            <a:off x="152400" y="1696300"/>
            <a:ext cx="4306193" cy="2794749"/>
          </a:xfrm>
          <a:prstGeom prst="rect">
            <a:avLst/>
          </a:prstGeom>
          <a:noFill/>
          <a:ln>
            <a:noFill/>
          </a:ln>
        </p:spPr>
      </p:pic>
      <p:pic>
        <p:nvPicPr>
          <p:cNvPr id="3415" name="Google Shape;3415;p92"/>
          <p:cNvPicPr preferRelativeResize="0"/>
          <p:nvPr/>
        </p:nvPicPr>
        <p:blipFill>
          <a:blip r:embed="rId4">
            <a:alphaModFix/>
          </a:blip>
          <a:stretch>
            <a:fillRect/>
          </a:stretch>
        </p:blipFill>
        <p:spPr>
          <a:xfrm>
            <a:off x="4649583" y="1696300"/>
            <a:ext cx="4306193" cy="2784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9" name="Shape 3419"/>
        <p:cNvGrpSpPr/>
        <p:nvPr/>
      </p:nvGrpSpPr>
      <p:grpSpPr>
        <a:xfrm>
          <a:off x="0" y="0"/>
          <a:ext cx="0" cy="0"/>
          <a:chOff x="0" y="0"/>
          <a:chExt cx="0" cy="0"/>
        </a:xfrm>
      </p:grpSpPr>
      <p:sp>
        <p:nvSpPr>
          <p:cNvPr id="3420" name="Google Shape;3420;p93"/>
          <p:cNvSpPr txBox="1"/>
          <p:nvPr>
            <p:ph idx="9" type="title"/>
          </p:nvPr>
        </p:nvSpPr>
        <p:spPr>
          <a:xfrm>
            <a:off x="720000" y="310900"/>
            <a:ext cx="7704000" cy="123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Response Action</a:t>
            </a:r>
            <a:endParaRPr sz="1600"/>
          </a:p>
        </p:txBody>
      </p:sp>
      <p:pic>
        <p:nvPicPr>
          <p:cNvPr id="3421" name="Google Shape;3421;p93"/>
          <p:cNvPicPr preferRelativeResize="0"/>
          <p:nvPr/>
        </p:nvPicPr>
        <p:blipFill>
          <a:blip r:embed="rId3">
            <a:alphaModFix/>
          </a:blip>
          <a:stretch>
            <a:fillRect/>
          </a:stretch>
        </p:blipFill>
        <p:spPr>
          <a:xfrm>
            <a:off x="1868250" y="1543900"/>
            <a:ext cx="5407497" cy="32948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5" name="Shape 3425"/>
        <p:cNvGrpSpPr/>
        <p:nvPr/>
      </p:nvGrpSpPr>
      <p:grpSpPr>
        <a:xfrm>
          <a:off x="0" y="0"/>
          <a:ext cx="0" cy="0"/>
          <a:chOff x="0" y="0"/>
          <a:chExt cx="0" cy="0"/>
        </a:xfrm>
      </p:grpSpPr>
      <p:sp>
        <p:nvSpPr>
          <p:cNvPr id="3426" name="Google Shape;3426;p94"/>
          <p:cNvSpPr txBox="1"/>
          <p:nvPr>
            <p:ph idx="9" type="title"/>
          </p:nvPr>
        </p:nvSpPr>
        <p:spPr>
          <a:xfrm>
            <a:off x="720000" y="1585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What’s the trend in attacks per month?</a:t>
            </a:r>
            <a:r>
              <a:rPr lang="en"/>
              <a:t> </a:t>
            </a:r>
            <a:r>
              <a:rPr lang="en" sz="1600"/>
              <a:t>(methodology)</a:t>
            </a:r>
            <a:endParaRPr/>
          </a:p>
        </p:txBody>
      </p:sp>
      <p:sp>
        <p:nvSpPr>
          <p:cNvPr id="3427" name="Google Shape;3427;p94"/>
          <p:cNvSpPr txBox="1"/>
          <p:nvPr>
            <p:ph idx="4" type="subTitle"/>
          </p:nvPr>
        </p:nvSpPr>
        <p:spPr>
          <a:xfrm>
            <a:off x="720000" y="2043700"/>
            <a:ext cx="3852000" cy="972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Trend-line graph</a:t>
            </a:r>
            <a:endParaRPr sz="1800"/>
          </a:p>
        </p:txBody>
      </p:sp>
      <p:pic>
        <p:nvPicPr>
          <p:cNvPr id="3428" name="Google Shape;3428;p94"/>
          <p:cNvPicPr preferRelativeResize="0"/>
          <p:nvPr/>
        </p:nvPicPr>
        <p:blipFill rotWithShape="1">
          <a:blip r:embed="rId3">
            <a:alphaModFix/>
          </a:blip>
          <a:srcRect b="14380" l="5186" r="0" t="15845"/>
          <a:stretch/>
        </p:blipFill>
        <p:spPr>
          <a:xfrm flipH="1">
            <a:off x="4112675" y="2197625"/>
            <a:ext cx="2855025" cy="2064050"/>
          </a:xfrm>
          <a:prstGeom prst="rect">
            <a:avLst/>
          </a:prstGeom>
          <a:noFill/>
          <a:ln>
            <a:noFill/>
          </a:ln>
          <a:effectLst>
            <a:outerShdw blurRad="257175" rotWithShape="0" algn="bl" dir="21540000" dist="114300">
              <a:srgbClr val="FFFFFF">
                <a:alpha val="9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2" name="Shape 3432"/>
        <p:cNvGrpSpPr/>
        <p:nvPr/>
      </p:nvGrpSpPr>
      <p:grpSpPr>
        <a:xfrm>
          <a:off x="0" y="0"/>
          <a:ext cx="0" cy="0"/>
          <a:chOff x="0" y="0"/>
          <a:chExt cx="0" cy="0"/>
        </a:xfrm>
      </p:grpSpPr>
      <p:sp>
        <p:nvSpPr>
          <p:cNvPr id="3433" name="Google Shape;3433;p95"/>
          <p:cNvSpPr txBox="1"/>
          <p:nvPr>
            <p:ph idx="9" type="title"/>
          </p:nvPr>
        </p:nvSpPr>
        <p:spPr>
          <a:xfrm>
            <a:off x="720000" y="1585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What’s the trend in attacks per month?</a:t>
            </a:r>
            <a:r>
              <a:rPr lang="en"/>
              <a:t> </a:t>
            </a:r>
            <a:r>
              <a:rPr lang="en" sz="1600"/>
              <a:t>(results)</a:t>
            </a:r>
            <a:endParaRPr/>
          </a:p>
        </p:txBody>
      </p:sp>
      <p:pic>
        <p:nvPicPr>
          <p:cNvPr id="3434" name="Google Shape;3434;p95"/>
          <p:cNvPicPr preferRelativeResize="0"/>
          <p:nvPr/>
        </p:nvPicPr>
        <p:blipFill>
          <a:blip r:embed="rId3">
            <a:alphaModFix/>
          </a:blip>
          <a:stretch>
            <a:fillRect/>
          </a:stretch>
        </p:blipFill>
        <p:spPr>
          <a:xfrm>
            <a:off x="761188" y="859725"/>
            <a:ext cx="7621637" cy="4107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8" name="Shape 3438"/>
        <p:cNvGrpSpPr/>
        <p:nvPr/>
      </p:nvGrpSpPr>
      <p:grpSpPr>
        <a:xfrm>
          <a:off x="0" y="0"/>
          <a:ext cx="0" cy="0"/>
          <a:chOff x="0" y="0"/>
          <a:chExt cx="0" cy="0"/>
        </a:xfrm>
      </p:grpSpPr>
      <p:sp>
        <p:nvSpPr>
          <p:cNvPr id="3439" name="Google Shape;3439;p96"/>
          <p:cNvSpPr txBox="1"/>
          <p:nvPr>
            <p:ph idx="9" type="title"/>
          </p:nvPr>
        </p:nvSpPr>
        <p:spPr>
          <a:xfrm>
            <a:off x="720000" y="158500"/>
            <a:ext cx="7704000" cy="115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Can we predict the likelihood of a response action per attack severity/type?</a:t>
            </a:r>
            <a:r>
              <a:rPr lang="en"/>
              <a:t> </a:t>
            </a:r>
            <a:r>
              <a:rPr lang="en" sz="1600"/>
              <a:t>(methodology)</a:t>
            </a:r>
            <a:endParaRPr/>
          </a:p>
        </p:txBody>
      </p:sp>
      <p:sp>
        <p:nvSpPr>
          <p:cNvPr id="3440" name="Google Shape;3440;p96"/>
          <p:cNvSpPr txBox="1"/>
          <p:nvPr>
            <p:ph idx="4" type="subTitle"/>
          </p:nvPr>
        </p:nvSpPr>
        <p:spPr>
          <a:xfrm>
            <a:off x="720000" y="2043700"/>
            <a:ext cx="3852000" cy="9723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sz="1800"/>
              <a:t>KNN</a:t>
            </a:r>
            <a:endParaRPr sz="1800"/>
          </a:p>
          <a:p>
            <a:pPr indent="-342900" lvl="0" marL="457200" rtl="0" algn="l">
              <a:lnSpc>
                <a:spcPct val="150000"/>
              </a:lnSpc>
              <a:spcBef>
                <a:spcPts val="0"/>
              </a:spcBef>
              <a:spcAft>
                <a:spcPts val="0"/>
              </a:spcAft>
              <a:buSzPts val="1800"/>
              <a:buChar char="●"/>
            </a:pPr>
            <a:r>
              <a:rPr lang="en" sz="1800"/>
              <a:t>Decision Tree</a:t>
            </a:r>
            <a:endParaRPr sz="1800"/>
          </a:p>
        </p:txBody>
      </p:sp>
      <p:pic>
        <p:nvPicPr>
          <p:cNvPr id="3441" name="Google Shape;3441;p96"/>
          <p:cNvPicPr preferRelativeResize="0"/>
          <p:nvPr/>
        </p:nvPicPr>
        <p:blipFill rotWithShape="1">
          <a:blip r:embed="rId3">
            <a:alphaModFix/>
          </a:blip>
          <a:srcRect b="14380" l="5186" r="0" t="15845"/>
          <a:stretch/>
        </p:blipFill>
        <p:spPr>
          <a:xfrm flipH="1">
            <a:off x="4112675" y="2197625"/>
            <a:ext cx="2855025" cy="2064050"/>
          </a:xfrm>
          <a:prstGeom prst="rect">
            <a:avLst/>
          </a:prstGeom>
          <a:noFill/>
          <a:ln>
            <a:noFill/>
          </a:ln>
          <a:effectLst>
            <a:outerShdw blurRad="257175" rotWithShape="0" algn="bl" dir="21540000" dist="114300">
              <a:srgbClr val="FFFFFF">
                <a:alpha val="9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5" name="Shape 3445"/>
        <p:cNvGrpSpPr/>
        <p:nvPr/>
      </p:nvGrpSpPr>
      <p:grpSpPr>
        <a:xfrm>
          <a:off x="0" y="0"/>
          <a:ext cx="0" cy="0"/>
          <a:chOff x="0" y="0"/>
          <a:chExt cx="0" cy="0"/>
        </a:xfrm>
      </p:grpSpPr>
      <p:sp>
        <p:nvSpPr>
          <p:cNvPr id="3446" name="Google Shape;3446;p97"/>
          <p:cNvSpPr txBox="1"/>
          <p:nvPr>
            <p:ph idx="9" type="title"/>
          </p:nvPr>
        </p:nvSpPr>
        <p:spPr>
          <a:xfrm>
            <a:off x="720000" y="158500"/>
            <a:ext cx="7704000" cy="115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Can we predict the likelihood of a response action per attack severity/type?</a:t>
            </a:r>
            <a:r>
              <a:rPr lang="en"/>
              <a:t> </a:t>
            </a:r>
            <a:r>
              <a:rPr lang="en" sz="1600"/>
              <a:t>(results)</a:t>
            </a:r>
            <a:endParaRPr/>
          </a:p>
        </p:txBody>
      </p:sp>
      <p:pic>
        <p:nvPicPr>
          <p:cNvPr id="3447" name="Google Shape;3447;p97"/>
          <p:cNvPicPr preferRelativeResize="0"/>
          <p:nvPr/>
        </p:nvPicPr>
        <p:blipFill>
          <a:blip r:embed="rId3">
            <a:alphaModFix/>
          </a:blip>
          <a:stretch>
            <a:fillRect/>
          </a:stretch>
        </p:blipFill>
        <p:spPr>
          <a:xfrm>
            <a:off x="720000" y="1802575"/>
            <a:ext cx="3273273" cy="2849000"/>
          </a:xfrm>
          <a:prstGeom prst="rect">
            <a:avLst/>
          </a:prstGeom>
          <a:noFill/>
          <a:ln>
            <a:noFill/>
          </a:ln>
        </p:spPr>
      </p:pic>
      <p:pic>
        <p:nvPicPr>
          <p:cNvPr id="3448" name="Google Shape;3448;p97"/>
          <p:cNvPicPr preferRelativeResize="0"/>
          <p:nvPr/>
        </p:nvPicPr>
        <p:blipFill>
          <a:blip r:embed="rId4">
            <a:alphaModFix/>
          </a:blip>
          <a:stretch>
            <a:fillRect/>
          </a:stretch>
        </p:blipFill>
        <p:spPr>
          <a:xfrm>
            <a:off x="4944750" y="1802575"/>
            <a:ext cx="3273275" cy="2849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2" name="Shape 3452"/>
        <p:cNvGrpSpPr/>
        <p:nvPr/>
      </p:nvGrpSpPr>
      <p:grpSpPr>
        <a:xfrm>
          <a:off x="0" y="0"/>
          <a:ext cx="0" cy="0"/>
          <a:chOff x="0" y="0"/>
          <a:chExt cx="0" cy="0"/>
        </a:xfrm>
      </p:grpSpPr>
      <p:sp>
        <p:nvSpPr>
          <p:cNvPr id="3453" name="Google Shape;3453;p98"/>
          <p:cNvSpPr txBox="1"/>
          <p:nvPr>
            <p:ph idx="9" type="title"/>
          </p:nvPr>
        </p:nvSpPr>
        <p:spPr>
          <a:xfrm>
            <a:off x="720000" y="158500"/>
            <a:ext cx="7704000" cy="115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Can we predict the likelihood of a response action per attack severity/type?</a:t>
            </a:r>
            <a:r>
              <a:rPr lang="en"/>
              <a:t> </a:t>
            </a:r>
            <a:r>
              <a:rPr lang="en" sz="1600"/>
              <a:t>(results)</a:t>
            </a:r>
            <a:endParaRPr/>
          </a:p>
        </p:txBody>
      </p:sp>
      <p:pic>
        <p:nvPicPr>
          <p:cNvPr id="3454" name="Google Shape;3454;p98"/>
          <p:cNvPicPr preferRelativeResize="0"/>
          <p:nvPr/>
        </p:nvPicPr>
        <p:blipFill>
          <a:blip r:embed="rId3">
            <a:alphaModFix/>
          </a:blip>
          <a:stretch>
            <a:fillRect/>
          </a:stretch>
        </p:blipFill>
        <p:spPr>
          <a:xfrm>
            <a:off x="152400" y="1605975"/>
            <a:ext cx="3913200" cy="3210799"/>
          </a:xfrm>
          <a:prstGeom prst="rect">
            <a:avLst/>
          </a:prstGeom>
          <a:noFill/>
          <a:ln>
            <a:noFill/>
          </a:ln>
        </p:spPr>
      </p:pic>
      <p:pic>
        <p:nvPicPr>
          <p:cNvPr id="3455" name="Google Shape;3455;p98"/>
          <p:cNvPicPr preferRelativeResize="0"/>
          <p:nvPr/>
        </p:nvPicPr>
        <p:blipFill>
          <a:blip r:embed="rId4">
            <a:alphaModFix/>
          </a:blip>
          <a:stretch>
            <a:fillRect/>
          </a:stretch>
        </p:blipFill>
        <p:spPr>
          <a:xfrm>
            <a:off x="4825200" y="1605975"/>
            <a:ext cx="4159177" cy="32108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9" name="Shape 3459"/>
        <p:cNvGrpSpPr/>
        <p:nvPr/>
      </p:nvGrpSpPr>
      <p:grpSpPr>
        <a:xfrm>
          <a:off x="0" y="0"/>
          <a:ext cx="0" cy="0"/>
          <a:chOff x="0" y="0"/>
          <a:chExt cx="0" cy="0"/>
        </a:xfrm>
      </p:grpSpPr>
      <p:pic>
        <p:nvPicPr>
          <p:cNvPr id="3460" name="Google Shape;3460;p99"/>
          <p:cNvPicPr preferRelativeResize="0"/>
          <p:nvPr/>
        </p:nvPicPr>
        <p:blipFill rotWithShape="1">
          <a:blip r:embed="rId3">
            <a:alphaModFix/>
          </a:blip>
          <a:srcRect b="12546" l="28959" r="12546" t="12546"/>
          <a:stretch/>
        </p:blipFill>
        <p:spPr>
          <a:xfrm rot="10800000">
            <a:off x="6673474" y="1704152"/>
            <a:ext cx="726651" cy="596548"/>
          </a:xfrm>
          <a:prstGeom prst="rect">
            <a:avLst/>
          </a:prstGeom>
          <a:noFill/>
          <a:ln>
            <a:noFill/>
          </a:ln>
        </p:spPr>
      </p:pic>
      <p:sp>
        <p:nvSpPr>
          <p:cNvPr id="3461" name="Google Shape;3461;p99"/>
          <p:cNvSpPr/>
          <p:nvPr/>
        </p:nvSpPr>
        <p:spPr>
          <a:xfrm>
            <a:off x="719477" y="2430601"/>
            <a:ext cx="661200" cy="5727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99"/>
          <p:cNvSpPr txBox="1"/>
          <p:nvPr>
            <p:ph type="title"/>
          </p:nvPr>
        </p:nvSpPr>
        <p:spPr>
          <a:xfrm>
            <a:off x="720000" y="82300"/>
            <a:ext cx="7633800" cy="138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000"/>
              <a:t>Research Questions We Didn’t Use</a:t>
            </a:r>
            <a:endParaRPr sz="1600"/>
          </a:p>
        </p:txBody>
      </p:sp>
      <p:sp>
        <p:nvSpPr>
          <p:cNvPr id="3463" name="Google Shape;3463;p99"/>
          <p:cNvSpPr txBox="1"/>
          <p:nvPr>
            <p:ph idx="4" type="subTitle"/>
          </p:nvPr>
        </p:nvSpPr>
        <p:spPr>
          <a:xfrm>
            <a:off x="1402000" y="1840700"/>
            <a:ext cx="7451100" cy="476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Are certain source IP or destination IP combinations repeatedly involved in Critical attacks?</a:t>
            </a:r>
            <a:endParaRPr sz="1800"/>
          </a:p>
        </p:txBody>
      </p:sp>
      <p:sp>
        <p:nvSpPr>
          <p:cNvPr id="3464" name="Google Shape;3464;p99"/>
          <p:cNvSpPr/>
          <p:nvPr/>
        </p:nvSpPr>
        <p:spPr>
          <a:xfrm rot="1771310">
            <a:off x="3148225" y="4549663"/>
            <a:ext cx="349937" cy="349812"/>
          </a:xfrm>
          <a:custGeom>
            <a:rect b="b" l="l" r="r" t="t"/>
            <a:pathLst>
              <a:path extrusionOk="0" h="36610" w="36610">
                <a:moveTo>
                  <a:pt x="36609" y="21428"/>
                </a:moveTo>
                <a:lnTo>
                  <a:pt x="36609" y="15183"/>
                </a:lnTo>
                <a:lnTo>
                  <a:pt x="32092" y="15183"/>
                </a:lnTo>
                <a:cubicBezTo>
                  <a:pt x="31732" y="13592"/>
                  <a:pt x="31102" y="12105"/>
                  <a:pt x="30257" y="10768"/>
                </a:cubicBezTo>
                <a:lnTo>
                  <a:pt x="33456" y="7569"/>
                </a:lnTo>
                <a:lnTo>
                  <a:pt x="29041" y="3154"/>
                </a:lnTo>
                <a:lnTo>
                  <a:pt x="25842" y="6353"/>
                </a:lnTo>
                <a:cubicBezTo>
                  <a:pt x="24505" y="5508"/>
                  <a:pt x="23019" y="4878"/>
                  <a:pt x="21427" y="4519"/>
                </a:cubicBezTo>
                <a:lnTo>
                  <a:pt x="21427" y="1"/>
                </a:lnTo>
                <a:lnTo>
                  <a:pt x="15183" y="1"/>
                </a:lnTo>
                <a:lnTo>
                  <a:pt x="15183" y="4519"/>
                </a:lnTo>
                <a:cubicBezTo>
                  <a:pt x="13591" y="4878"/>
                  <a:pt x="12105" y="5508"/>
                  <a:pt x="10768" y="6353"/>
                </a:cubicBezTo>
                <a:lnTo>
                  <a:pt x="7569" y="3154"/>
                </a:lnTo>
                <a:lnTo>
                  <a:pt x="3154" y="7569"/>
                </a:lnTo>
                <a:lnTo>
                  <a:pt x="6353" y="10768"/>
                </a:lnTo>
                <a:cubicBezTo>
                  <a:pt x="5508" y="12105"/>
                  <a:pt x="4878" y="13592"/>
                  <a:pt x="4519" y="15183"/>
                </a:cubicBezTo>
                <a:lnTo>
                  <a:pt x="1" y="15183"/>
                </a:lnTo>
                <a:lnTo>
                  <a:pt x="1" y="21428"/>
                </a:lnTo>
                <a:lnTo>
                  <a:pt x="4519" y="21428"/>
                </a:lnTo>
                <a:cubicBezTo>
                  <a:pt x="4878" y="23019"/>
                  <a:pt x="5508" y="24505"/>
                  <a:pt x="6353" y="25843"/>
                </a:cubicBezTo>
                <a:lnTo>
                  <a:pt x="3154" y="29042"/>
                </a:lnTo>
                <a:lnTo>
                  <a:pt x="7569" y="33457"/>
                </a:lnTo>
                <a:lnTo>
                  <a:pt x="10768" y="30258"/>
                </a:lnTo>
                <a:cubicBezTo>
                  <a:pt x="12105" y="31103"/>
                  <a:pt x="13591" y="31732"/>
                  <a:pt x="15183" y="32092"/>
                </a:cubicBezTo>
                <a:lnTo>
                  <a:pt x="15183" y="36610"/>
                </a:lnTo>
                <a:lnTo>
                  <a:pt x="21427" y="36610"/>
                </a:lnTo>
                <a:lnTo>
                  <a:pt x="21427" y="32092"/>
                </a:lnTo>
                <a:cubicBezTo>
                  <a:pt x="23019" y="31732"/>
                  <a:pt x="24505" y="31103"/>
                  <a:pt x="25842" y="30258"/>
                </a:cubicBezTo>
                <a:lnTo>
                  <a:pt x="29041" y="33457"/>
                </a:lnTo>
                <a:lnTo>
                  <a:pt x="33456" y="29042"/>
                </a:lnTo>
                <a:lnTo>
                  <a:pt x="30257" y="25843"/>
                </a:lnTo>
                <a:cubicBezTo>
                  <a:pt x="31102" y="24505"/>
                  <a:pt x="31732" y="23019"/>
                  <a:pt x="32092" y="21428"/>
                </a:cubicBezTo>
                <a:close/>
                <a:moveTo>
                  <a:pt x="19650" y="25059"/>
                </a:moveTo>
                <a:cubicBezTo>
                  <a:pt x="14803" y="25978"/>
                  <a:pt x="10633" y="21808"/>
                  <a:pt x="11551" y="16960"/>
                </a:cubicBezTo>
                <a:cubicBezTo>
                  <a:pt x="12064" y="14251"/>
                  <a:pt x="14249" y="12066"/>
                  <a:pt x="16958" y="11551"/>
                </a:cubicBezTo>
                <a:cubicBezTo>
                  <a:pt x="21805" y="10631"/>
                  <a:pt x="25980" y="14805"/>
                  <a:pt x="25059" y="19653"/>
                </a:cubicBezTo>
                <a:cubicBezTo>
                  <a:pt x="24546" y="22362"/>
                  <a:pt x="22359" y="24546"/>
                  <a:pt x="19650" y="25059"/>
                </a:cubicBezTo>
                <a:close/>
              </a:path>
            </a:pathLst>
          </a:custGeom>
          <a:solidFill>
            <a:srgbClr val="FFFFFF">
              <a:alpha val="45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65" name="Google Shape;3465;p99"/>
          <p:cNvGrpSpPr/>
          <p:nvPr/>
        </p:nvGrpSpPr>
        <p:grpSpPr>
          <a:xfrm>
            <a:off x="875552" y="2542413"/>
            <a:ext cx="349050" cy="349075"/>
            <a:chOff x="7146300" y="3247475"/>
            <a:chExt cx="349050" cy="349075"/>
          </a:xfrm>
        </p:grpSpPr>
        <p:sp>
          <p:nvSpPr>
            <p:cNvPr id="3466" name="Google Shape;3466;p99"/>
            <p:cNvSpPr/>
            <p:nvPr/>
          </p:nvSpPr>
          <p:spPr>
            <a:xfrm>
              <a:off x="7308500" y="3417450"/>
              <a:ext cx="24650" cy="24675"/>
            </a:xfrm>
            <a:custGeom>
              <a:rect b="b" l="l" r="r" t="t"/>
              <a:pathLst>
                <a:path extrusionOk="0" h="987" w="986">
                  <a:moveTo>
                    <a:pt x="493" y="1"/>
                  </a:moveTo>
                  <a:cubicBezTo>
                    <a:pt x="222" y="1"/>
                    <a:pt x="0" y="221"/>
                    <a:pt x="0" y="494"/>
                  </a:cubicBezTo>
                  <a:cubicBezTo>
                    <a:pt x="0" y="765"/>
                    <a:pt x="222" y="986"/>
                    <a:pt x="493" y="986"/>
                  </a:cubicBezTo>
                  <a:cubicBezTo>
                    <a:pt x="766" y="986"/>
                    <a:pt x="986" y="765"/>
                    <a:pt x="986" y="494"/>
                  </a:cubicBezTo>
                  <a:cubicBezTo>
                    <a:pt x="986" y="222"/>
                    <a:pt x="766" y="1"/>
                    <a:pt x="4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99"/>
            <p:cNvSpPr/>
            <p:nvPr/>
          </p:nvSpPr>
          <p:spPr>
            <a:xfrm>
              <a:off x="7259150" y="3363400"/>
              <a:ext cx="123400" cy="132750"/>
            </a:xfrm>
            <a:custGeom>
              <a:rect b="b" l="l" r="r" t="t"/>
              <a:pathLst>
                <a:path extrusionOk="0" h="5310" w="4936">
                  <a:moveTo>
                    <a:pt x="2467" y="1346"/>
                  </a:moveTo>
                  <a:cubicBezTo>
                    <a:pt x="3190" y="1346"/>
                    <a:pt x="3778" y="1933"/>
                    <a:pt x="3778" y="2656"/>
                  </a:cubicBezTo>
                  <a:cubicBezTo>
                    <a:pt x="3778" y="3378"/>
                    <a:pt x="3190" y="3965"/>
                    <a:pt x="2467" y="3965"/>
                  </a:cubicBezTo>
                  <a:cubicBezTo>
                    <a:pt x="1745" y="3965"/>
                    <a:pt x="1158" y="3378"/>
                    <a:pt x="1158" y="2656"/>
                  </a:cubicBezTo>
                  <a:cubicBezTo>
                    <a:pt x="1158" y="1933"/>
                    <a:pt x="1745" y="1346"/>
                    <a:pt x="2467" y="1346"/>
                  </a:cubicBezTo>
                  <a:close/>
                  <a:moveTo>
                    <a:pt x="2130" y="0"/>
                  </a:moveTo>
                  <a:lnTo>
                    <a:pt x="2004" y="533"/>
                  </a:lnTo>
                  <a:lnTo>
                    <a:pt x="1788" y="605"/>
                  </a:lnTo>
                  <a:cubicBezTo>
                    <a:pt x="1508" y="698"/>
                    <a:pt x="1254" y="845"/>
                    <a:pt x="1032" y="1042"/>
                  </a:cubicBezTo>
                  <a:lnTo>
                    <a:pt x="862" y="1194"/>
                  </a:lnTo>
                  <a:lnTo>
                    <a:pt x="338" y="1037"/>
                  </a:lnTo>
                  <a:lnTo>
                    <a:pt x="0" y="1621"/>
                  </a:lnTo>
                  <a:lnTo>
                    <a:pt x="399" y="1994"/>
                  </a:lnTo>
                  <a:lnTo>
                    <a:pt x="352" y="2219"/>
                  </a:lnTo>
                  <a:cubicBezTo>
                    <a:pt x="323" y="2361"/>
                    <a:pt x="308" y="2508"/>
                    <a:pt x="308" y="2656"/>
                  </a:cubicBezTo>
                  <a:cubicBezTo>
                    <a:pt x="308" y="2803"/>
                    <a:pt x="323" y="2950"/>
                    <a:pt x="352" y="3092"/>
                  </a:cubicBezTo>
                  <a:lnTo>
                    <a:pt x="399" y="3315"/>
                  </a:lnTo>
                  <a:lnTo>
                    <a:pt x="0" y="3691"/>
                  </a:lnTo>
                  <a:lnTo>
                    <a:pt x="338" y="4274"/>
                  </a:lnTo>
                  <a:lnTo>
                    <a:pt x="862" y="4117"/>
                  </a:lnTo>
                  <a:lnTo>
                    <a:pt x="1032" y="4269"/>
                  </a:lnTo>
                  <a:cubicBezTo>
                    <a:pt x="1254" y="4466"/>
                    <a:pt x="1508" y="4613"/>
                    <a:pt x="1788" y="4706"/>
                  </a:cubicBezTo>
                  <a:lnTo>
                    <a:pt x="2004" y="4777"/>
                  </a:lnTo>
                  <a:lnTo>
                    <a:pt x="2130" y="5309"/>
                  </a:lnTo>
                  <a:lnTo>
                    <a:pt x="2804" y="5309"/>
                  </a:lnTo>
                  <a:lnTo>
                    <a:pt x="2930" y="4777"/>
                  </a:lnTo>
                  <a:lnTo>
                    <a:pt x="3147" y="4706"/>
                  </a:lnTo>
                  <a:cubicBezTo>
                    <a:pt x="3428" y="4613"/>
                    <a:pt x="3681" y="4466"/>
                    <a:pt x="3902" y="4269"/>
                  </a:cubicBezTo>
                  <a:lnTo>
                    <a:pt x="4074" y="4117"/>
                  </a:lnTo>
                  <a:lnTo>
                    <a:pt x="4598" y="4274"/>
                  </a:lnTo>
                  <a:lnTo>
                    <a:pt x="4936" y="3691"/>
                  </a:lnTo>
                  <a:lnTo>
                    <a:pt x="4537" y="3315"/>
                  </a:lnTo>
                  <a:lnTo>
                    <a:pt x="4584" y="3092"/>
                  </a:lnTo>
                  <a:cubicBezTo>
                    <a:pt x="4612" y="2950"/>
                    <a:pt x="4627" y="2803"/>
                    <a:pt x="4627" y="2656"/>
                  </a:cubicBezTo>
                  <a:cubicBezTo>
                    <a:pt x="4627" y="2508"/>
                    <a:pt x="4613" y="2361"/>
                    <a:pt x="4584" y="2219"/>
                  </a:cubicBezTo>
                  <a:lnTo>
                    <a:pt x="4537" y="1994"/>
                  </a:lnTo>
                  <a:lnTo>
                    <a:pt x="4936" y="1621"/>
                  </a:lnTo>
                  <a:lnTo>
                    <a:pt x="4598" y="1035"/>
                  </a:lnTo>
                  <a:lnTo>
                    <a:pt x="4598" y="1037"/>
                  </a:lnTo>
                  <a:lnTo>
                    <a:pt x="4073" y="1194"/>
                  </a:lnTo>
                  <a:lnTo>
                    <a:pt x="3902" y="1042"/>
                  </a:lnTo>
                  <a:cubicBezTo>
                    <a:pt x="3681" y="845"/>
                    <a:pt x="3426" y="698"/>
                    <a:pt x="3147" y="605"/>
                  </a:cubicBezTo>
                  <a:lnTo>
                    <a:pt x="2930" y="533"/>
                  </a:lnTo>
                  <a:lnTo>
                    <a:pt x="280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99"/>
            <p:cNvSpPr/>
            <p:nvPr/>
          </p:nvSpPr>
          <p:spPr>
            <a:xfrm>
              <a:off x="7331075" y="3247475"/>
              <a:ext cx="164275" cy="349075"/>
            </a:xfrm>
            <a:custGeom>
              <a:rect b="b" l="l" r="r" t="t"/>
              <a:pathLst>
                <a:path extrusionOk="0" h="13963" w="6571">
                  <a:moveTo>
                    <a:pt x="5290" y="1"/>
                  </a:moveTo>
                  <a:cubicBezTo>
                    <a:pt x="4582" y="1"/>
                    <a:pt x="4008" y="576"/>
                    <a:pt x="4008" y="1284"/>
                  </a:cubicBezTo>
                  <a:cubicBezTo>
                    <a:pt x="4008" y="1846"/>
                    <a:pt x="4374" y="2326"/>
                    <a:pt x="4879" y="2498"/>
                  </a:cubicBezTo>
                  <a:lnTo>
                    <a:pt x="4879" y="3361"/>
                  </a:lnTo>
                  <a:lnTo>
                    <a:pt x="4221" y="3361"/>
                  </a:lnTo>
                  <a:lnTo>
                    <a:pt x="0" y="1145"/>
                  </a:lnTo>
                  <a:lnTo>
                    <a:pt x="0" y="3819"/>
                  </a:lnTo>
                  <a:lnTo>
                    <a:pt x="576" y="3819"/>
                  </a:lnTo>
                  <a:lnTo>
                    <a:pt x="748" y="4548"/>
                  </a:lnTo>
                  <a:cubicBezTo>
                    <a:pt x="976" y="4644"/>
                    <a:pt x="1191" y="4768"/>
                    <a:pt x="1389" y="4918"/>
                  </a:cubicBezTo>
                  <a:lnTo>
                    <a:pt x="2107" y="4703"/>
                  </a:lnTo>
                  <a:lnTo>
                    <a:pt x="3090" y="6408"/>
                  </a:lnTo>
                  <a:lnTo>
                    <a:pt x="2545" y="6922"/>
                  </a:lnTo>
                  <a:cubicBezTo>
                    <a:pt x="2561" y="7045"/>
                    <a:pt x="2568" y="7169"/>
                    <a:pt x="2568" y="7293"/>
                  </a:cubicBezTo>
                  <a:cubicBezTo>
                    <a:pt x="2568" y="7417"/>
                    <a:pt x="2560" y="7541"/>
                    <a:pt x="2545" y="7663"/>
                  </a:cubicBezTo>
                  <a:lnTo>
                    <a:pt x="3090" y="8175"/>
                  </a:lnTo>
                  <a:lnTo>
                    <a:pt x="2107" y="9882"/>
                  </a:lnTo>
                  <a:lnTo>
                    <a:pt x="1389" y="9665"/>
                  </a:lnTo>
                  <a:cubicBezTo>
                    <a:pt x="1191" y="9817"/>
                    <a:pt x="976" y="9941"/>
                    <a:pt x="748" y="10037"/>
                  </a:cubicBezTo>
                  <a:lnTo>
                    <a:pt x="576" y="10765"/>
                  </a:lnTo>
                  <a:lnTo>
                    <a:pt x="0" y="10765"/>
                  </a:lnTo>
                  <a:lnTo>
                    <a:pt x="0" y="13432"/>
                  </a:lnTo>
                  <a:cubicBezTo>
                    <a:pt x="1222" y="13071"/>
                    <a:pt x="2317" y="12334"/>
                    <a:pt x="3109" y="11332"/>
                  </a:cubicBezTo>
                  <a:cubicBezTo>
                    <a:pt x="3292" y="11100"/>
                    <a:pt x="3456" y="10857"/>
                    <a:pt x="3603" y="10604"/>
                  </a:cubicBezTo>
                  <a:lnTo>
                    <a:pt x="4881" y="10604"/>
                  </a:lnTo>
                  <a:lnTo>
                    <a:pt x="4881" y="11467"/>
                  </a:lnTo>
                  <a:cubicBezTo>
                    <a:pt x="4374" y="11638"/>
                    <a:pt x="4008" y="12117"/>
                    <a:pt x="4008" y="12681"/>
                  </a:cubicBezTo>
                  <a:cubicBezTo>
                    <a:pt x="4008" y="13389"/>
                    <a:pt x="4582" y="13962"/>
                    <a:pt x="5290" y="13962"/>
                  </a:cubicBezTo>
                  <a:cubicBezTo>
                    <a:pt x="5996" y="13962"/>
                    <a:pt x="6571" y="13389"/>
                    <a:pt x="6571" y="12681"/>
                  </a:cubicBezTo>
                  <a:cubicBezTo>
                    <a:pt x="6571" y="12117"/>
                    <a:pt x="6206" y="11638"/>
                    <a:pt x="5698" y="11467"/>
                  </a:cubicBezTo>
                  <a:lnTo>
                    <a:pt x="5698" y="9786"/>
                  </a:lnTo>
                  <a:lnTo>
                    <a:pt x="4000" y="9786"/>
                  </a:lnTo>
                  <a:cubicBezTo>
                    <a:pt x="4289" y="9062"/>
                    <a:pt x="4441" y="8281"/>
                    <a:pt x="4441" y="7496"/>
                  </a:cubicBezTo>
                  <a:lnTo>
                    <a:pt x="4441" y="7392"/>
                  </a:lnTo>
                  <a:lnTo>
                    <a:pt x="6163" y="7392"/>
                  </a:lnTo>
                  <a:lnTo>
                    <a:pt x="6163" y="6573"/>
                  </a:lnTo>
                  <a:lnTo>
                    <a:pt x="4441" y="6573"/>
                  </a:lnTo>
                  <a:lnTo>
                    <a:pt x="4441" y="4179"/>
                  </a:lnTo>
                  <a:lnTo>
                    <a:pt x="5698" y="4179"/>
                  </a:lnTo>
                  <a:lnTo>
                    <a:pt x="5698" y="2498"/>
                  </a:lnTo>
                  <a:cubicBezTo>
                    <a:pt x="6206" y="2326"/>
                    <a:pt x="6571" y="1846"/>
                    <a:pt x="6571" y="1284"/>
                  </a:cubicBezTo>
                  <a:cubicBezTo>
                    <a:pt x="6571" y="576"/>
                    <a:pt x="5996" y="1"/>
                    <a:pt x="52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99"/>
            <p:cNvSpPr/>
            <p:nvPr/>
          </p:nvSpPr>
          <p:spPr>
            <a:xfrm>
              <a:off x="7146300" y="3247525"/>
              <a:ext cx="164325" cy="349025"/>
            </a:xfrm>
            <a:custGeom>
              <a:rect b="b" l="l" r="r" t="t"/>
              <a:pathLst>
                <a:path extrusionOk="0" h="13961" w="6573">
                  <a:moveTo>
                    <a:pt x="1283" y="1"/>
                  </a:moveTo>
                  <a:cubicBezTo>
                    <a:pt x="576" y="1"/>
                    <a:pt x="0" y="574"/>
                    <a:pt x="0" y="1282"/>
                  </a:cubicBezTo>
                  <a:cubicBezTo>
                    <a:pt x="0" y="1846"/>
                    <a:pt x="367" y="2325"/>
                    <a:pt x="873" y="2496"/>
                  </a:cubicBezTo>
                  <a:lnTo>
                    <a:pt x="873" y="4177"/>
                  </a:lnTo>
                  <a:lnTo>
                    <a:pt x="2130" y="4177"/>
                  </a:lnTo>
                  <a:lnTo>
                    <a:pt x="2130" y="6571"/>
                  </a:lnTo>
                  <a:lnTo>
                    <a:pt x="410" y="6571"/>
                  </a:lnTo>
                  <a:lnTo>
                    <a:pt x="410" y="7390"/>
                  </a:lnTo>
                  <a:lnTo>
                    <a:pt x="2130" y="7390"/>
                  </a:lnTo>
                  <a:lnTo>
                    <a:pt x="2130" y="7494"/>
                  </a:lnTo>
                  <a:cubicBezTo>
                    <a:pt x="2130" y="8279"/>
                    <a:pt x="2282" y="9060"/>
                    <a:pt x="2571" y="9784"/>
                  </a:cubicBezTo>
                  <a:lnTo>
                    <a:pt x="873" y="9784"/>
                  </a:lnTo>
                  <a:lnTo>
                    <a:pt x="873" y="11465"/>
                  </a:lnTo>
                  <a:cubicBezTo>
                    <a:pt x="367" y="11636"/>
                    <a:pt x="2" y="12115"/>
                    <a:pt x="2" y="12679"/>
                  </a:cubicBezTo>
                  <a:cubicBezTo>
                    <a:pt x="2" y="13387"/>
                    <a:pt x="576" y="13960"/>
                    <a:pt x="1283" y="13960"/>
                  </a:cubicBezTo>
                  <a:cubicBezTo>
                    <a:pt x="1989" y="13960"/>
                    <a:pt x="2565" y="13387"/>
                    <a:pt x="2565" y="12679"/>
                  </a:cubicBezTo>
                  <a:cubicBezTo>
                    <a:pt x="2565" y="12115"/>
                    <a:pt x="2198" y="11636"/>
                    <a:pt x="1692" y="11465"/>
                  </a:cubicBezTo>
                  <a:lnTo>
                    <a:pt x="1692" y="10602"/>
                  </a:lnTo>
                  <a:lnTo>
                    <a:pt x="2968" y="10602"/>
                  </a:lnTo>
                  <a:cubicBezTo>
                    <a:pt x="3115" y="10855"/>
                    <a:pt x="3281" y="11098"/>
                    <a:pt x="3463" y="11330"/>
                  </a:cubicBezTo>
                  <a:cubicBezTo>
                    <a:pt x="4255" y="12332"/>
                    <a:pt x="5351" y="13069"/>
                    <a:pt x="6573" y="13430"/>
                  </a:cubicBezTo>
                  <a:lnTo>
                    <a:pt x="6573" y="10763"/>
                  </a:lnTo>
                  <a:lnTo>
                    <a:pt x="5997" y="10763"/>
                  </a:lnTo>
                  <a:lnTo>
                    <a:pt x="5825" y="10035"/>
                  </a:lnTo>
                  <a:cubicBezTo>
                    <a:pt x="5596" y="9939"/>
                    <a:pt x="5381" y="9815"/>
                    <a:pt x="5184" y="9663"/>
                  </a:cubicBezTo>
                  <a:lnTo>
                    <a:pt x="4466" y="9880"/>
                  </a:lnTo>
                  <a:lnTo>
                    <a:pt x="3481" y="8173"/>
                  </a:lnTo>
                  <a:lnTo>
                    <a:pt x="4026" y="7661"/>
                  </a:lnTo>
                  <a:cubicBezTo>
                    <a:pt x="4012" y="7539"/>
                    <a:pt x="4003" y="7415"/>
                    <a:pt x="4003" y="7291"/>
                  </a:cubicBezTo>
                  <a:cubicBezTo>
                    <a:pt x="4003" y="7167"/>
                    <a:pt x="4012" y="7043"/>
                    <a:pt x="4026" y="6920"/>
                  </a:cubicBezTo>
                  <a:lnTo>
                    <a:pt x="3481" y="6406"/>
                  </a:lnTo>
                  <a:lnTo>
                    <a:pt x="4466" y="4701"/>
                  </a:lnTo>
                  <a:lnTo>
                    <a:pt x="5184" y="4916"/>
                  </a:lnTo>
                  <a:cubicBezTo>
                    <a:pt x="5381" y="4766"/>
                    <a:pt x="5596" y="4642"/>
                    <a:pt x="5825" y="4546"/>
                  </a:cubicBezTo>
                  <a:lnTo>
                    <a:pt x="5997" y="3817"/>
                  </a:lnTo>
                  <a:lnTo>
                    <a:pt x="6573" y="3817"/>
                  </a:lnTo>
                  <a:lnTo>
                    <a:pt x="6573" y="1143"/>
                  </a:lnTo>
                  <a:lnTo>
                    <a:pt x="2350" y="3359"/>
                  </a:lnTo>
                  <a:lnTo>
                    <a:pt x="1692" y="3359"/>
                  </a:lnTo>
                  <a:lnTo>
                    <a:pt x="1692" y="2496"/>
                  </a:lnTo>
                  <a:cubicBezTo>
                    <a:pt x="2198" y="2325"/>
                    <a:pt x="2565" y="1846"/>
                    <a:pt x="2565" y="1282"/>
                  </a:cubicBezTo>
                  <a:cubicBezTo>
                    <a:pt x="2565" y="574"/>
                    <a:pt x="1989" y="1"/>
                    <a:pt x="12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70" name="Google Shape;3470;p99"/>
          <p:cNvSpPr/>
          <p:nvPr/>
        </p:nvSpPr>
        <p:spPr>
          <a:xfrm>
            <a:off x="719473" y="1652751"/>
            <a:ext cx="661200" cy="5727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71" name="Google Shape;3471;p99"/>
          <p:cNvGrpSpPr/>
          <p:nvPr/>
        </p:nvGrpSpPr>
        <p:grpSpPr>
          <a:xfrm>
            <a:off x="893743" y="1785564"/>
            <a:ext cx="312704" cy="312691"/>
            <a:chOff x="1094275" y="3784775"/>
            <a:chExt cx="349000" cy="349025"/>
          </a:xfrm>
        </p:grpSpPr>
        <p:sp>
          <p:nvSpPr>
            <p:cNvPr id="3472" name="Google Shape;3472;p99"/>
            <p:cNvSpPr/>
            <p:nvPr/>
          </p:nvSpPr>
          <p:spPr>
            <a:xfrm>
              <a:off x="1094275" y="4024025"/>
              <a:ext cx="349000" cy="109775"/>
            </a:xfrm>
            <a:custGeom>
              <a:rect b="b" l="l" r="r" t="t"/>
              <a:pathLst>
                <a:path extrusionOk="0" h="4391" w="13960">
                  <a:moveTo>
                    <a:pt x="0" y="0"/>
                  </a:moveTo>
                  <a:lnTo>
                    <a:pt x="0" y="1941"/>
                  </a:lnTo>
                  <a:lnTo>
                    <a:pt x="5716" y="1941"/>
                  </a:lnTo>
                  <a:lnTo>
                    <a:pt x="5716" y="2563"/>
                  </a:lnTo>
                  <a:cubicBezTo>
                    <a:pt x="5716" y="3120"/>
                    <a:pt x="5263" y="3573"/>
                    <a:pt x="4707" y="3573"/>
                  </a:cubicBezTo>
                  <a:lnTo>
                    <a:pt x="3608" y="3573"/>
                  </a:lnTo>
                  <a:lnTo>
                    <a:pt x="3608" y="4390"/>
                  </a:lnTo>
                  <a:lnTo>
                    <a:pt x="10352" y="4390"/>
                  </a:lnTo>
                  <a:lnTo>
                    <a:pt x="10352" y="3573"/>
                  </a:lnTo>
                  <a:lnTo>
                    <a:pt x="9254" y="3573"/>
                  </a:lnTo>
                  <a:cubicBezTo>
                    <a:pt x="8697" y="3573"/>
                    <a:pt x="8246" y="3120"/>
                    <a:pt x="8246" y="2563"/>
                  </a:cubicBezTo>
                  <a:lnTo>
                    <a:pt x="8246" y="1941"/>
                  </a:lnTo>
                  <a:lnTo>
                    <a:pt x="13960" y="1941"/>
                  </a:lnTo>
                  <a:lnTo>
                    <a:pt x="139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99"/>
            <p:cNvSpPr/>
            <p:nvPr/>
          </p:nvSpPr>
          <p:spPr>
            <a:xfrm>
              <a:off x="1254100" y="3878225"/>
              <a:ext cx="29375" cy="29375"/>
            </a:xfrm>
            <a:custGeom>
              <a:rect b="b" l="l" r="r" t="t"/>
              <a:pathLst>
                <a:path extrusionOk="0" h="1175" w="1175">
                  <a:moveTo>
                    <a:pt x="588" y="1"/>
                  </a:moveTo>
                  <a:cubicBezTo>
                    <a:pt x="264" y="1"/>
                    <a:pt x="1" y="265"/>
                    <a:pt x="1" y="588"/>
                  </a:cubicBezTo>
                  <a:cubicBezTo>
                    <a:pt x="1" y="912"/>
                    <a:pt x="264" y="1174"/>
                    <a:pt x="588" y="1174"/>
                  </a:cubicBezTo>
                  <a:cubicBezTo>
                    <a:pt x="910" y="1174"/>
                    <a:pt x="1175" y="912"/>
                    <a:pt x="1175" y="588"/>
                  </a:cubicBezTo>
                  <a:cubicBezTo>
                    <a:pt x="1175" y="263"/>
                    <a:pt x="910" y="1"/>
                    <a:pt x="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99"/>
            <p:cNvSpPr/>
            <p:nvPr/>
          </p:nvSpPr>
          <p:spPr>
            <a:xfrm>
              <a:off x="1094275" y="3784775"/>
              <a:ext cx="349000" cy="218850"/>
            </a:xfrm>
            <a:custGeom>
              <a:rect b="b" l="l" r="r" t="t"/>
              <a:pathLst>
                <a:path extrusionOk="0" h="8754" w="13960">
                  <a:moveTo>
                    <a:pt x="6981" y="1169"/>
                  </a:moveTo>
                  <a:cubicBezTo>
                    <a:pt x="8720" y="1169"/>
                    <a:pt x="10137" y="2586"/>
                    <a:pt x="10137" y="4326"/>
                  </a:cubicBezTo>
                  <a:lnTo>
                    <a:pt x="10137" y="5329"/>
                  </a:lnTo>
                  <a:cubicBezTo>
                    <a:pt x="10137" y="6038"/>
                    <a:pt x="9560" y="6614"/>
                    <a:pt x="8852" y="6614"/>
                  </a:cubicBezTo>
                  <a:cubicBezTo>
                    <a:pt x="8232" y="6614"/>
                    <a:pt x="7713" y="6174"/>
                    <a:pt x="7593" y="5589"/>
                  </a:cubicBezTo>
                  <a:cubicBezTo>
                    <a:pt x="7407" y="5680"/>
                    <a:pt x="7201" y="5729"/>
                    <a:pt x="6981" y="5729"/>
                  </a:cubicBezTo>
                  <a:cubicBezTo>
                    <a:pt x="6205" y="5729"/>
                    <a:pt x="5575" y="5101"/>
                    <a:pt x="5575" y="4326"/>
                  </a:cubicBezTo>
                  <a:cubicBezTo>
                    <a:pt x="5575" y="3550"/>
                    <a:pt x="6205" y="2920"/>
                    <a:pt x="6981" y="2920"/>
                  </a:cubicBezTo>
                  <a:cubicBezTo>
                    <a:pt x="7755" y="2920"/>
                    <a:pt x="8385" y="3550"/>
                    <a:pt x="8385" y="4326"/>
                  </a:cubicBezTo>
                  <a:lnTo>
                    <a:pt x="8385" y="5329"/>
                  </a:lnTo>
                  <a:cubicBezTo>
                    <a:pt x="8385" y="5587"/>
                    <a:pt x="8595" y="5795"/>
                    <a:pt x="8852" y="5795"/>
                  </a:cubicBezTo>
                  <a:cubicBezTo>
                    <a:pt x="9109" y="5795"/>
                    <a:pt x="9319" y="5587"/>
                    <a:pt x="9319" y="5329"/>
                  </a:cubicBezTo>
                  <a:lnTo>
                    <a:pt x="9319" y="4326"/>
                  </a:lnTo>
                  <a:cubicBezTo>
                    <a:pt x="9319" y="3036"/>
                    <a:pt x="8269" y="1988"/>
                    <a:pt x="6981" y="1988"/>
                  </a:cubicBezTo>
                  <a:cubicBezTo>
                    <a:pt x="5691" y="1988"/>
                    <a:pt x="4643" y="3036"/>
                    <a:pt x="4643" y="4326"/>
                  </a:cubicBezTo>
                  <a:cubicBezTo>
                    <a:pt x="4643" y="5615"/>
                    <a:pt x="5691" y="6663"/>
                    <a:pt x="6981" y="6663"/>
                  </a:cubicBezTo>
                  <a:lnTo>
                    <a:pt x="6981" y="7482"/>
                  </a:lnTo>
                  <a:cubicBezTo>
                    <a:pt x="5240" y="7482"/>
                    <a:pt x="3824" y="6065"/>
                    <a:pt x="3824" y="4326"/>
                  </a:cubicBezTo>
                  <a:cubicBezTo>
                    <a:pt x="3824" y="2584"/>
                    <a:pt x="5240" y="1169"/>
                    <a:pt x="6981" y="1169"/>
                  </a:cubicBezTo>
                  <a:close/>
                  <a:moveTo>
                    <a:pt x="0" y="0"/>
                  </a:moveTo>
                  <a:lnTo>
                    <a:pt x="0" y="8753"/>
                  </a:lnTo>
                  <a:lnTo>
                    <a:pt x="13960" y="8753"/>
                  </a:lnTo>
                  <a:lnTo>
                    <a:pt x="139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75" name="Google Shape;3475;p99"/>
          <p:cNvSpPr/>
          <p:nvPr/>
        </p:nvSpPr>
        <p:spPr>
          <a:xfrm>
            <a:off x="719473" y="3132251"/>
            <a:ext cx="661200" cy="5727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76" name="Google Shape;3476;p99"/>
          <p:cNvGrpSpPr/>
          <p:nvPr/>
        </p:nvGrpSpPr>
        <p:grpSpPr>
          <a:xfrm>
            <a:off x="894720" y="3244088"/>
            <a:ext cx="310775" cy="349025"/>
            <a:chOff x="2638025" y="2674650"/>
            <a:chExt cx="310775" cy="349025"/>
          </a:xfrm>
        </p:grpSpPr>
        <p:sp>
          <p:nvSpPr>
            <p:cNvPr id="3477" name="Google Shape;3477;p99"/>
            <p:cNvSpPr/>
            <p:nvPr/>
          </p:nvSpPr>
          <p:spPr>
            <a:xfrm>
              <a:off x="2856475" y="2755750"/>
              <a:ext cx="92325" cy="81625"/>
            </a:xfrm>
            <a:custGeom>
              <a:rect b="b" l="l" r="r" t="t"/>
              <a:pathLst>
                <a:path extrusionOk="0" h="3265" w="3693">
                  <a:moveTo>
                    <a:pt x="1" y="1"/>
                  </a:moveTo>
                  <a:lnTo>
                    <a:pt x="1" y="3265"/>
                  </a:lnTo>
                  <a:lnTo>
                    <a:pt x="1438" y="3265"/>
                  </a:lnTo>
                  <a:lnTo>
                    <a:pt x="1438" y="1188"/>
                  </a:lnTo>
                  <a:lnTo>
                    <a:pt x="2256" y="1188"/>
                  </a:lnTo>
                  <a:lnTo>
                    <a:pt x="2256" y="3265"/>
                  </a:lnTo>
                  <a:lnTo>
                    <a:pt x="3693" y="3265"/>
                  </a:lnTo>
                  <a:lnTo>
                    <a:pt x="3693"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99"/>
            <p:cNvSpPr/>
            <p:nvPr/>
          </p:nvSpPr>
          <p:spPr>
            <a:xfrm>
              <a:off x="2856825" y="2674650"/>
              <a:ext cx="91650" cy="60725"/>
            </a:xfrm>
            <a:custGeom>
              <a:rect b="b" l="l" r="r" t="t"/>
              <a:pathLst>
                <a:path extrusionOk="0" h="2429" w="3666">
                  <a:moveTo>
                    <a:pt x="1834" y="1"/>
                  </a:moveTo>
                  <a:cubicBezTo>
                    <a:pt x="822" y="1"/>
                    <a:pt x="0" y="823"/>
                    <a:pt x="0" y="1833"/>
                  </a:cubicBezTo>
                  <a:lnTo>
                    <a:pt x="0" y="2428"/>
                  </a:lnTo>
                  <a:lnTo>
                    <a:pt x="819" y="2428"/>
                  </a:lnTo>
                  <a:lnTo>
                    <a:pt x="819" y="1833"/>
                  </a:lnTo>
                  <a:cubicBezTo>
                    <a:pt x="819" y="1274"/>
                    <a:pt x="1273" y="818"/>
                    <a:pt x="1834" y="818"/>
                  </a:cubicBezTo>
                  <a:cubicBezTo>
                    <a:pt x="2393" y="818"/>
                    <a:pt x="2847" y="1274"/>
                    <a:pt x="2847" y="1833"/>
                  </a:cubicBezTo>
                  <a:lnTo>
                    <a:pt x="2847" y="2428"/>
                  </a:lnTo>
                  <a:lnTo>
                    <a:pt x="3666" y="2428"/>
                  </a:lnTo>
                  <a:lnTo>
                    <a:pt x="3666" y="1833"/>
                  </a:lnTo>
                  <a:cubicBezTo>
                    <a:pt x="3666" y="823"/>
                    <a:pt x="2844" y="1"/>
                    <a:pt x="1834" y="1"/>
                  </a:cubicBez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99"/>
            <p:cNvSpPr/>
            <p:nvPr/>
          </p:nvSpPr>
          <p:spPr>
            <a:xfrm>
              <a:off x="2638025" y="2759650"/>
              <a:ext cx="264025" cy="234400"/>
            </a:xfrm>
            <a:custGeom>
              <a:rect b="b" l="l" r="r" t="t"/>
              <a:pathLst>
                <a:path extrusionOk="0" h="9376" w="10561">
                  <a:moveTo>
                    <a:pt x="5280" y="0"/>
                  </a:moveTo>
                  <a:cubicBezTo>
                    <a:pt x="2368" y="0"/>
                    <a:pt x="0" y="2370"/>
                    <a:pt x="0" y="5281"/>
                  </a:cubicBezTo>
                  <a:cubicBezTo>
                    <a:pt x="0" y="6931"/>
                    <a:pt x="761" y="8406"/>
                    <a:pt x="1950" y="9375"/>
                  </a:cubicBezTo>
                  <a:lnTo>
                    <a:pt x="1950" y="8686"/>
                  </a:lnTo>
                  <a:cubicBezTo>
                    <a:pt x="1950" y="7500"/>
                    <a:pt x="2719" y="6490"/>
                    <a:pt x="3785" y="6129"/>
                  </a:cubicBezTo>
                  <a:cubicBezTo>
                    <a:pt x="3474" y="5777"/>
                    <a:pt x="3284" y="5316"/>
                    <a:pt x="3284" y="4810"/>
                  </a:cubicBezTo>
                  <a:cubicBezTo>
                    <a:pt x="3284" y="3711"/>
                    <a:pt x="4180" y="2814"/>
                    <a:pt x="5280" y="2814"/>
                  </a:cubicBezTo>
                  <a:cubicBezTo>
                    <a:pt x="6381" y="2814"/>
                    <a:pt x="7276" y="3711"/>
                    <a:pt x="7276" y="4810"/>
                  </a:cubicBezTo>
                  <a:cubicBezTo>
                    <a:pt x="7276" y="5316"/>
                    <a:pt x="7087" y="5777"/>
                    <a:pt x="6776" y="6129"/>
                  </a:cubicBezTo>
                  <a:cubicBezTo>
                    <a:pt x="7841" y="6490"/>
                    <a:pt x="8610" y="7500"/>
                    <a:pt x="8610" y="8686"/>
                  </a:cubicBezTo>
                  <a:lnTo>
                    <a:pt x="8610" y="9375"/>
                  </a:lnTo>
                  <a:cubicBezTo>
                    <a:pt x="9799" y="8406"/>
                    <a:pt x="10561" y="6931"/>
                    <a:pt x="10561" y="5281"/>
                  </a:cubicBezTo>
                  <a:cubicBezTo>
                    <a:pt x="10561" y="4813"/>
                    <a:pt x="10498" y="4359"/>
                    <a:pt x="10384" y="3925"/>
                  </a:cubicBezTo>
                  <a:lnTo>
                    <a:pt x="7922" y="3925"/>
                  </a:lnTo>
                  <a:lnTo>
                    <a:pt x="7922" y="711"/>
                  </a:lnTo>
                  <a:cubicBezTo>
                    <a:pt x="7145" y="260"/>
                    <a:pt x="6242" y="0"/>
                    <a:pt x="5280" y="0"/>
                  </a:cubicBez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99"/>
            <p:cNvSpPr/>
            <p:nvPr/>
          </p:nvSpPr>
          <p:spPr>
            <a:xfrm>
              <a:off x="2740575" y="2850450"/>
              <a:ext cx="58900" cy="58900"/>
            </a:xfrm>
            <a:custGeom>
              <a:rect b="b" l="l" r="r" t="t"/>
              <a:pathLst>
                <a:path extrusionOk="0" h="2356" w="2356">
                  <a:moveTo>
                    <a:pt x="1178" y="1"/>
                  </a:moveTo>
                  <a:cubicBezTo>
                    <a:pt x="528" y="1"/>
                    <a:pt x="1" y="528"/>
                    <a:pt x="1" y="1178"/>
                  </a:cubicBezTo>
                  <a:cubicBezTo>
                    <a:pt x="1" y="1828"/>
                    <a:pt x="528" y="2355"/>
                    <a:pt x="1178" y="2355"/>
                  </a:cubicBezTo>
                  <a:cubicBezTo>
                    <a:pt x="1828" y="2355"/>
                    <a:pt x="2355" y="1828"/>
                    <a:pt x="2355" y="1178"/>
                  </a:cubicBezTo>
                  <a:cubicBezTo>
                    <a:pt x="2355" y="530"/>
                    <a:pt x="1828" y="1"/>
                    <a:pt x="1178" y="1"/>
                  </a:cubicBez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99"/>
            <p:cNvSpPr/>
            <p:nvPr/>
          </p:nvSpPr>
          <p:spPr>
            <a:xfrm>
              <a:off x="2707225" y="2929775"/>
              <a:ext cx="125600" cy="93900"/>
            </a:xfrm>
            <a:custGeom>
              <a:rect b="b" l="l" r="r" t="t"/>
              <a:pathLst>
                <a:path extrusionOk="0" h="3756" w="5024">
                  <a:moveTo>
                    <a:pt x="1880" y="1"/>
                  </a:moveTo>
                  <a:cubicBezTo>
                    <a:pt x="844" y="1"/>
                    <a:pt x="0" y="844"/>
                    <a:pt x="0" y="1881"/>
                  </a:cubicBezTo>
                  <a:lnTo>
                    <a:pt x="0" y="3119"/>
                  </a:lnTo>
                  <a:cubicBezTo>
                    <a:pt x="748" y="3526"/>
                    <a:pt x="1604" y="3756"/>
                    <a:pt x="2512" y="3756"/>
                  </a:cubicBezTo>
                  <a:cubicBezTo>
                    <a:pt x="3421" y="3756"/>
                    <a:pt x="4276" y="3526"/>
                    <a:pt x="5023" y="3119"/>
                  </a:cubicBezTo>
                  <a:lnTo>
                    <a:pt x="5023" y="1881"/>
                  </a:lnTo>
                  <a:cubicBezTo>
                    <a:pt x="5023" y="844"/>
                    <a:pt x="4180" y="1"/>
                    <a:pt x="3143" y="1"/>
                  </a:cubicBez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82" name="Google Shape;3482;p99"/>
          <p:cNvSpPr/>
          <p:nvPr/>
        </p:nvSpPr>
        <p:spPr>
          <a:xfrm>
            <a:off x="719510" y="3834426"/>
            <a:ext cx="661200" cy="5727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99"/>
          <p:cNvSpPr txBox="1"/>
          <p:nvPr>
            <p:ph idx="4" type="subTitle"/>
          </p:nvPr>
        </p:nvSpPr>
        <p:spPr>
          <a:xfrm>
            <a:off x="1402000" y="2548575"/>
            <a:ext cx="7451100" cy="476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Is there a relationship between the severity of the attack and the source IP address?</a:t>
            </a:r>
            <a:endParaRPr sz="1800"/>
          </a:p>
        </p:txBody>
      </p:sp>
      <p:sp>
        <p:nvSpPr>
          <p:cNvPr id="3484" name="Google Shape;3484;p99"/>
          <p:cNvSpPr txBox="1"/>
          <p:nvPr>
            <p:ph idx="4" type="subTitle"/>
          </p:nvPr>
        </p:nvSpPr>
        <p:spPr>
          <a:xfrm>
            <a:off x="1402000" y="3256450"/>
            <a:ext cx="7451100" cy="476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Is there a relationship between the severity of the attack and the destination IP address?</a:t>
            </a:r>
            <a:endParaRPr sz="1800"/>
          </a:p>
        </p:txBody>
      </p:sp>
      <p:sp>
        <p:nvSpPr>
          <p:cNvPr id="3485" name="Google Shape;3485;p99"/>
          <p:cNvSpPr txBox="1"/>
          <p:nvPr>
            <p:ph idx="4" type="subTitle"/>
          </p:nvPr>
        </p:nvSpPr>
        <p:spPr>
          <a:xfrm>
            <a:off x="1402000" y="4031100"/>
            <a:ext cx="7451100" cy="476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Do attacks originating from internal source IPs differ significantly in severity or outcome compared to external source IPs?</a:t>
            </a:r>
            <a:endParaRPr sz="1800"/>
          </a:p>
        </p:txBody>
      </p:sp>
      <p:grpSp>
        <p:nvGrpSpPr>
          <p:cNvPr id="3486" name="Google Shape;3486;p99"/>
          <p:cNvGrpSpPr/>
          <p:nvPr/>
        </p:nvGrpSpPr>
        <p:grpSpPr>
          <a:xfrm>
            <a:off x="936938" y="3966502"/>
            <a:ext cx="226350" cy="349050"/>
            <a:chOff x="1155600" y="1566875"/>
            <a:chExt cx="226350" cy="349050"/>
          </a:xfrm>
        </p:grpSpPr>
        <p:sp>
          <p:nvSpPr>
            <p:cNvPr id="3487" name="Google Shape;3487;p99"/>
            <p:cNvSpPr/>
            <p:nvPr/>
          </p:nvSpPr>
          <p:spPr>
            <a:xfrm>
              <a:off x="1155600" y="1873950"/>
              <a:ext cx="226350" cy="41975"/>
            </a:xfrm>
            <a:custGeom>
              <a:rect b="b" l="l" r="r" t="t"/>
              <a:pathLst>
                <a:path extrusionOk="0" h="1679" w="9054">
                  <a:moveTo>
                    <a:pt x="1" y="0"/>
                  </a:moveTo>
                  <a:lnTo>
                    <a:pt x="1" y="1679"/>
                  </a:lnTo>
                  <a:lnTo>
                    <a:pt x="9053" y="1679"/>
                  </a:lnTo>
                  <a:lnTo>
                    <a:pt x="9053"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99"/>
            <p:cNvSpPr/>
            <p:nvPr/>
          </p:nvSpPr>
          <p:spPr>
            <a:xfrm>
              <a:off x="1155600" y="1566875"/>
              <a:ext cx="226350" cy="50900"/>
            </a:xfrm>
            <a:custGeom>
              <a:rect b="b" l="l" r="r" t="t"/>
              <a:pathLst>
                <a:path extrusionOk="0" h="2036" w="9054">
                  <a:moveTo>
                    <a:pt x="1" y="0"/>
                  </a:moveTo>
                  <a:lnTo>
                    <a:pt x="1" y="1382"/>
                  </a:lnTo>
                  <a:lnTo>
                    <a:pt x="2264" y="1382"/>
                  </a:lnTo>
                  <a:lnTo>
                    <a:pt x="2810" y="2035"/>
                  </a:lnTo>
                  <a:lnTo>
                    <a:pt x="6244" y="2035"/>
                  </a:lnTo>
                  <a:lnTo>
                    <a:pt x="6790" y="1382"/>
                  </a:lnTo>
                  <a:lnTo>
                    <a:pt x="9053" y="1382"/>
                  </a:lnTo>
                  <a:lnTo>
                    <a:pt x="9053"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99"/>
            <p:cNvSpPr/>
            <p:nvPr/>
          </p:nvSpPr>
          <p:spPr>
            <a:xfrm>
              <a:off x="1252250" y="1723200"/>
              <a:ext cx="33100" cy="52725"/>
            </a:xfrm>
            <a:custGeom>
              <a:rect b="b" l="l" r="r" t="t"/>
              <a:pathLst>
                <a:path extrusionOk="0" h="2109" w="1324">
                  <a:moveTo>
                    <a:pt x="662" y="0"/>
                  </a:moveTo>
                  <a:cubicBezTo>
                    <a:pt x="296" y="0"/>
                    <a:pt x="0" y="298"/>
                    <a:pt x="0" y="662"/>
                  </a:cubicBezTo>
                  <a:lnTo>
                    <a:pt x="0" y="1447"/>
                  </a:lnTo>
                  <a:cubicBezTo>
                    <a:pt x="0" y="1811"/>
                    <a:pt x="296" y="2108"/>
                    <a:pt x="662" y="2108"/>
                  </a:cubicBezTo>
                  <a:cubicBezTo>
                    <a:pt x="1027" y="2108"/>
                    <a:pt x="1323" y="1811"/>
                    <a:pt x="1323" y="1447"/>
                  </a:cubicBezTo>
                  <a:lnTo>
                    <a:pt x="1323" y="662"/>
                  </a:lnTo>
                  <a:cubicBezTo>
                    <a:pt x="1323" y="298"/>
                    <a:pt x="1027" y="0"/>
                    <a:pt x="662" y="0"/>
                  </a:cubicBez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99"/>
            <p:cNvSpPr/>
            <p:nvPr/>
          </p:nvSpPr>
          <p:spPr>
            <a:xfrm>
              <a:off x="1155600" y="1621850"/>
              <a:ext cx="226350" cy="231700"/>
            </a:xfrm>
            <a:custGeom>
              <a:rect b="b" l="l" r="r" t="t"/>
              <a:pathLst>
                <a:path extrusionOk="0" h="9268" w="9054">
                  <a:moveTo>
                    <a:pt x="6886" y="2445"/>
                  </a:moveTo>
                  <a:lnTo>
                    <a:pt x="6886" y="4473"/>
                  </a:lnTo>
                  <a:lnTo>
                    <a:pt x="5986" y="4473"/>
                  </a:lnTo>
                  <a:cubicBezTo>
                    <a:pt x="5999" y="4552"/>
                    <a:pt x="6008" y="4633"/>
                    <a:pt x="6008" y="4716"/>
                  </a:cubicBezTo>
                  <a:lnTo>
                    <a:pt x="6008" y="5501"/>
                  </a:lnTo>
                  <a:cubicBezTo>
                    <a:pt x="6008" y="5542"/>
                    <a:pt x="6004" y="5585"/>
                    <a:pt x="6001" y="5627"/>
                  </a:cubicBezTo>
                  <a:lnTo>
                    <a:pt x="6886" y="5627"/>
                  </a:lnTo>
                  <a:lnTo>
                    <a:pt x="6886" y="7654"/>
                  </a:lnTo>
                  <a:lnTo>
                    <a:pt x="6067" y="7654"/>
                  </a:lnTo>
                  <a:lnTo>
                    <a:pt x="6067" y="6445"/>
                  </a:lnTo>
                  <a:lnTo>
                    <a:pt x="5665" y="6445"/>
                  </a:lnTo>
                  <a:cubicBezTo>
                    <a:pt x="5394" y="6771"/>
                    <a:pt x="4984" y="6979"/>
                    <a:pt x="4528" y="6979"/>
                  </a:cubicBezTo>
                  <a:cubicBezTo>
                    <a:pt x="4070" y="6979"/>
                    <a:pt x="3661" y="6771"/>
                    <a:pt x="3389" y="6445"/>
                  </a:cubicBezTo>
                  <a:lnTo>
                    <a:pt x="2987" y="6445"/>
                  </a:lnTo>
                  <a:lnTo>
                    <a:pt x="2987" y="7654"/>
                  </a:lnTo>
                  <a:lnTo>
                    <a:pt x="2170" y="7654"/>
                  </a:lnTo>
                  <a:lnTo>
                    <a:pt x="2170" y="5627"/>
                  </a:lnTo>
                  <a:lnTo>
                    <a:pt x="3053" y="5627"/>
                  </a:lnTo>
                  <a:cubicBezTo>
                    <a:pt x="3050" y="5585"/>
                    <a:pt x="3048" y="5542"/>
                    <a:pt x="3048" y="5501"/>
                  </a:cubicBezTo>
                  <a:lnTo>
                    <a:pt x="3048" y="4716"/>
                  </a:lnTo>
                  <a:cubicBezTo>
                    <a:pt x="3048" y="4633"/>
                    <a:pt x="3055" y="4552"/>
                    <a:pt x="3068" y="4473"/>
                  </a:cubicBezTo>
                  <a:lnTo>
                    <a:pt x="2170" y="4473"/>
                  </a:lnTo>
                  <a:lnTo>
                    <a:pt x="2170" y="2445"/>
                  </a:lnTo>
                  <a:lnTo>
                    <a:pt x="2987" y="2445"/>
                  </a:lnTo>
                  <a:lnTo>
                    <a:pt x="2987" y="3654"/>
                  </a:lnTo>
                  <a:lnTo>
                    <a:pt x="3498" y="3654"/>
                  </a:lnTo>
                  <a:cubicBezTo>
                    <a:pt x="3670" y="3487"/>
                    <a:pt x="3881" y="3363"/>
                    <a:pt x="4118" y="3294"/>
                  </a:cubicBezTo>
                  <a:lnTo>
                    <a:pt x="4118" y="2445"/>
                  </a:lnTo>
                  <a:lnTo>
                    <a:pt x="4936" y="2445"/>
                  </a:lnTo>
                  <a:lnTo>
                    <a:pt x="4936" y="3294"/>
                  </a:lnTo>
                  <a:cubicBezTo>
                    <a:pt x="5173" y="3363"/>
                    <a:pt x="5384" y="3487"/>
                    <a:pt x="5556" y="3654"/>
                  </a:cubicBezTo>
                  <a:lnTo>
                    <a:pt x="6067" y="3654"/>
                  </a:lnTo>
                  <a:lnTo>
                    <a:pt x="6067" y="2445"/>
                  </a:lnTo>
                  <a:close/>
                  <a:moveTo>
                    <a:pt x="1" y="0"/>
                  </a:moveTo>
                  <a:lnTo>
                    <a:pt x="1" y="9268"/>
                  </a:lnTo>
                  <a:lnTo>
                    <a:pt x="9053" y="9268"/>
                  </a:lnTo>
                  <a:lnTo>
                    <a:pt x="9053" y="0"/>
                  </a:lnTo>
                  <a:lnTo>
                    <a:pt x="7173" y="0"/>
                  </a:lnTo>
                  <a:lnTo>
                    <a:pt x="6628" y="655"/>
                  </a:lnTo>
                  <a:lnTo>
                    <a:pt x="2428" y="655"/>
                  </a:lnTo>
                  <a:lnTo>
                    <a:pt x="18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4" name="Shape 3494"/>
        <p:cNvGrpSpPr/>
        <p:nvPr/>
      </p:nvGrpSpPr>
      <p:grpSpPr>
        <a:xfrm>
          <a:off x="0" y="0"/>
          <a:ext cx="0" cy="0"/>
          <a:chOff x="0" y="0"/>
          <a:chExt cx="0" cy="0"/>
        </a:xfrm>
      </p:grpSpPr>
      <p:sp>
        <p:nvSpPr>
          <p:cNvPr id="3495" name="Google Shape;3495;p100"/>
          <p:cNvSpPr txBox="1"/>
          <p:nvPr>
            <p:ph idx="9"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Challenges/Future Work</a:t>
            </a:r>
            <a:endParaRPr/>
          </a:p>
        </p:txBody>
      </p:sp>
      <p:sp>
        <p:nvSpPr>
          <p:cNvPr id="3496" name="Google Shape;3496;p100"/>
          <p:cNvSpPr txBox="1"/>
          <p:nvPr>
            <p:ph idx="4" type="subTitle"/>
          </p:nvPr>
        </p:nvSpPr>
        <p:spPr>
          <a:xfrm>
            <a:off x="560825" y="1503575"/>
            <a:ext cx="5788200" cy="1800900"/>
          </a:xfrm>
          <a:prstGeom prst="rect">
            <a:avLst/>
          </a:prstGeom>
        </p:spPr>
        <p:txBody>
          <a:bodyPr anchorCtr="0" anchor="t" bIns="91425" lIns="91425" spcFirstLastPara="1" rIns="91425" wrap="square" tIns="91425">
            <a:spAutoFit/>
          </a:bodyPr>
          <a:lstStyle/>
          <a:p>
            <a:pPr indent="-323850" lvl="0" marL="457200" rtl="0" algn="l">
              <a:lnSpc>
                <a:spcPct val="150000"/>
              </a:lnSpc>
              <a:spcBef>
                <a:spcPts val="0"/>
              </a:spcBef>
              <a:spcAft>
                <a:spcPts val="0"/>
              </a:spcAft>
              <a:buSzPts val="1500"/>
              <a:buChar char="●"/>
            </a:pPr>
            <a:r>
              <a:rPr lang="en" sz="1500"/>
              <a:t>Coming up with questions</a:t>
            </a:r>
            <a:endParaRPr sz="1500"/>
          </a:p>
          <a:p>
            <a:pPr indent="-323850" lvl="0" marL="457200" rtl="0" algn="l">
              <a:lnSpc>
                <a:spcPct val="150000"/>
              </a:lnSpc>
              <a:spcBef>
                <a:spcPts val="0"/>
              </a:spcBef>
              <a:spcAft>
                <a:spcPts val="0"/>
              </a:spcAft>
              <a:buSzPts val="1500"/>
              <a:buChar char="●"/>
            </a:pPr>
            <a:r>
              <a:rPr lang="en" sz="1500"/>
              <a:t>Each IP was unique</a:t>
            </a:r>
            <a:endParaRPr sz="1500"/>
          </a:p>
          <a:p>
            <a:pPr indent="-323850" lvl="0" marL="457200" rtl="0" algn="l">
              <a:lnSpc>
                <a:spcPct val="150000"/>
              </a:lnSpc>
              <a:spcBef>
                <a:spcPts val="0"/>
              </a:spcBef>
              <a:spcAft>
                <a:spcPts val="0"/>
              </a:spcAft>
              <a:buSzPts val="1500"/>
              <a:buChar char="●"/>
            </a:pPr>
            <a:r>
              <a:rPr lang="en" sz="1500"/>
              <a:t>Conversion of data types to numeric</a:t>
            </a:r>
            <a:endParaRPr sz="1500"/>
          </a:p>
          <a:p>
            <a:pPr indent="-323850" lvl="1" marL="914400" rtl="0" algn="l">
              <a:lnSpc>
                <a:spcPct val="150000"/>
              </a:lnSpc>
              <a:spcBef>
                <a:spcPts val="0"/>
              </a:spcBef>
              <a:spcAft>
                <a:spcPts val="0"/>
              </a:spcAft>
              <a:buSzPts val="1500"/>
              <a:buChar char="○"/>
            </a:pPr>
            <a:r>
              <a:rPr lang="en" sz="1500"/>
              <a:t>Mods wouldn’t accept strings or float</a:t>
            </a:r>
            <a:endParaRPr sz="1500"/>
          </a:p>
          <a:p>
            <a:pPr indent="-323850" lvl="0" marL="457200" rtl="0" algn="l">
              <a:lnSpc>
                <a:spcPct val="150000"/>
              </a:lnSpc>
              <a:spcBef>
                <a:spcPts val="0"/>
              </a:spcBef>
              <a:spcAft>
                <a:spcPts val="0"/>
              </a:spcAft>
              <a:buSzPts val="1500"/>
              <a:buChar char="●"/>
            </a:pPr>
            <a:r>
              <a:rPr lang="en" sz="1500"/>
              <a:t>Locate IP addresses</a:t>
            </a:r>
            <a:endParaRPr sz="15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0" name="Shape 3500"/>
        <p:cNvGrpSpPr/>
        <p:nvPr/>
      </p:nvGrpSpPr>
      <p:grpSpPr>
        <a:xfrm>
          <a:off x="0" y="0"/>
          <a:ext cx="0" cy="0"/>
          <a:chOff x="0" y="0"/>
          <a:chExt cx="0" cy="0"/>
        </a:xfrm>
      </p:grpSpPr>
      <p:sp>
        <p:nvSpPr>
          <p:cNvPr id="3501" name="Google Shape;3501;p101"/>
          <p:cNvSpPr txBox="1"/>
          <p:nvPr>
            <p:ph type="title"/>
          </p:nvPr>
        </p:nvSpPr>
        <p:spPr>
          <a:xfrm>
            <a:off x="1711550" y="1662900"/>
            <a:ext cx="4458900" cy="1356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500"/>
              <a:t>Questions?</a:t>
            </a:r>
            <a:endParaRPr sz="5500"/>
          </a:p>
        </p:txBody>
      </p:sp>
      <p:grpSp>
        <p:nvGrpSpPr>
          <p:cNvPr id="3502" name="Google Shape;3502;p101"/>
          <p:cNvGrpSpPr/>
          <p:nvPr/>
        </p:nvGrpSpPr>
        <p:grpSpPr>
          <a:xfrm>
            <a:off x="713231" y="539508"/>
            <a:ext cx="1211612" cy="438051"/>
            <a:chOff x="175552" y="1101686"/>
            <a:chExt cx="520944" cy="188336"/>
          </a:xfrm>
        </p:grpSpPr>
        <p:sp>
          <p:nvSpPr>
            <p:cNvPr id="3503" name="Google Shape;3503;p101"/>
            <p:cNvSpPr/>
            <p:nvPr/>
          </p:nvSpPr>
          <p:spPr>
            <a:xfrm>
              <a:off x="175552" y="1101686"/>
              <a:ext cx="22112" cy="28928"/>
            </a:xfrm>
            <a:custGeom>
              <a:rect b="b" l="l" r="r" t="t"/>
              <a:pathLst>
                <a:path extrusionOk="0" h="1808" w="1382">
                  <a:moveTo>
                    <a:pt x="1" y="0"/>
                  </a:moveTo>
                  <a:lnTo>
                    <a:pt x="1"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101"/>
            <p:cNvSpPr/>
            <p:nvPr/>
          </p:nvSpPr>
          <p:spPr>
            <a:xfrm>
              <a:off x="246816"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101"/>
            <p:cNvSpPr/>
            <p:nvPr/>
          </p:nvSpPr>
          <p:spPr>
            <a:xfrm>
              <a:off x="318080"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101"/>
            <p:cNvSpPr/>
            <p:nvPr/>
          </p:nvSpPr>
          <p:spPr>
            <a:xfrm>
              <a:off x="389344"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101"/>
            <p:cNvSpPr/>
            <p:nvPr/>
          </p:nvSpPr>
          <p:spPr>
            <a:xfrm>
              <a:off x="460608" y="1101686"/>
              <a:ext cx="22096" cy="28928"/>
            </a:xfrm>
            <a:custGeom>
              <a:rect b="b" l="l" r="r" t="t"/>
              <a:pathLst>
                <a:path extrusionOk="0" h="1808" w="1381">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101"/>
            <p:cNvSpPr/>
            <p:nvPr/>
          </p:nvSpPr>
          <p:spPr>
            <a:xfrm>
              <a:off x="531856" y="1101686"/>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101"/>
            <p:cNvSpPr/>
            <p:nvPr/>
          </p:nvSpPr>
          <p:spPr>
            <a:xfrm>
              <a:off x="603120" y="1101686"/>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101"/>
            <p:cNvSpPr/>
            <p:nvPr/>
          </p:nvSpPr>
          <p:spPr>
            <a:xfrm>
              <a:off x="674416" y="1101686"/>
              <a:ext cx="22080" cy="28928"/>
            </a:xfrm>
            <a:custGeom>
              <a:rect b="b" l="l" r="r" t="t"/>
              <a:pathLst>
                <a:path extrusionOk="0" h="1808" w="1380">
                  <a:moveTo>
                    <a:pt x="1" y="0"/>
                  </a:moveTo>
                  <a:lnTo>
                    <a:pt x="1" y="1807"/>
                  </a:lnTo>
                  <a:lnTo>
                    <a:pt x="1379" y="1807"/>
                  </a:lnTo>
                  <a:lnTo>
                    <a:pt x="1379"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101"/>
            <p:cNvSpPr/>
            <p:nvPr/>
          </p:nvSpPr>
          <p:spPr>
            <a:xfrm>
              <a:off x="175552" y="1181414"/>
              <a:ext cx="22112" cy="28928"/>
            </a:xfrm>
            <a:custGeom>
              <a:rect b="b" l="l" r="r" t="t"/>
              <a:pathLst>
                <a:path extrusionOk="0" h="1808" w="1382">
                  <a:moveTo>
                    <a:pt x="1" y="0"/>
                  </a:moveTo>
                  <a:lnTo>
                    <a:pt x="1"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101"/>
            <p:cNvSpPr/>
            <p:nvPr/>
          </p:nvSpPr>
          <p:spPr>
            <a:xfrm>
              <a:off x="246816"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101"/>
            <p:cNvSpPr/>
            <p:nvPr/>
          </p:nvSpPr>
          <p:spPr>
            <a:xfrm>
              <a:off x="318080"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101"/>
            <p:cNvSpPr/>
            <p:nvPr/>
          </p:nvSpPr>
          <p:spPr>
            <a:xfrm>
              <a:off x="389344"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101"/>
            <p:cNvSpPr/>
            <p:nvPr/>
          </p:nvSpPr>
          <p:spPr>
            <a:xfrm>
              <a:off x="460608" y="1181414"/>
              <a:ext cx="22096" cy="28928"/>
            </a:xfrm>
            <a:custGeom>
              <a:rect b="b" l="l" r="r" t="t"/>
              <a:pathLst>
                <a:path extrusionOk="0" h="1808" w="1381">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101"/>
            <p:cNvSpPr/>
            <p:nvPr/>
          </p:nvSpPr>
          <p:spPr>
            <a:xfrm>
              <a:off x="531856" y="1181414"/>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101"/>
            <p:cNvSpPr/>
            <p:nvPr/>
          </p:nvSpPr>
          <p:spPr>
            <a:xfrm>
              <a:off x="603120" y="1181414"/>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101"/>
            <p:cNvSpPr/>
            <p:nvPr/>
          </p:nvSpPr>
          <p:spPr>
            <a:xfrm>
              <a:off x="674416" y="1181414"/>
              <a:ext cx="22080" cy="28928"/>
            </a:xfrm>
            <a:custGeom>
              <a:rect b="b" l="l" r="r" t="t"/>
              <a:pathLst>
                <a:path extrusionOk="0" h="1808" w="1380">
                  <a:moveTo>
                    <a:pt x="1" y="0"/>
                  </a:moveTo>
                  <a:lnTo>
                    <a:pt x="1" y="1807"/>
                  </a:lnTo>
                  <a:lnTo>
                    <a:pt x="1379" y="1807"/>
                  </a:lnTo>
                  <a:lnTo>
                    <a:pt x="1379"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101"/>
            <p:cNvSpPr/>
            <p:nvPr/>
          </p:nvSpPr>
          <p:spPr>
            <a:xfrm>
              <a:off x="175552" y="1261094"/>
              <a:ext cx="22112" cy="28928"/>
            </a:xfrm>
            <a:custGeom>
              <a:rect b="b" l="l" r="r" t="t"/>
              <a:pathLst>
                <a:path extrusionOk="0" h="1808" w="1382">
                  <a:moveTo>
                    <a:pt x="1" y="1"/>
                  </a:moveTo>
                  <a:lnTo>
                    <a:pt x="1"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101"/>
            <p:cNvSpPr/>
            <p:nvPr/>
          </p:nvSpPr>
          <p:spPr>
            <a:xfrm>
              <a:off x="246816"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101"/>
            <p:cNvSpPr/>
            <p:nvPr/>
          </p:nvSpPr>
          <p:spPr>
            <a:xfrm>
              <a:off x="318080"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101"/>
            <p:cNvSpPr/>
            <p:nvPr/>
          </p:nvSpPr>
          <p:spPr>
            <a:xfrm>
              <a:off x="389344"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101"/>
            <p:cNvSpPr/>
            <p:nvPr/>
          </p:nvSpPr>
          <p:spPr>
            <a:xfrm>
              <a:off x="460608" y="1261094"/>
              <a:ext cx="22096" cy="28928"/>
            </a:xfrm>
            <a:custGeom>
              <a:rect b="b" l="l" r="r" t="t"/>
              <a:pathLst>
                <a:path extrusionOk="0" h="1808" w="1381">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101"/>
            <p:cNvSpPr/>
            <p:nvPr/>
          </p:nvSpPr>
          <p:spPr>
            <a:xfrm>
              <a:off x="531856" y="1261094"/>
              <a:ext cx="22112" cy="28928"/>
            </a:xfrm>
            <a:custGeom>
              <a:rect b="b" l="l" r="r" t="t"/>
              <a:pathLst>
                <a:path extrusionOk="0" h="1808" w="1382">
                  <a:moveTo>
                    <a:pt x="1" y="1"/>
                  </a:moveTo>
                  <a:lnTo>
                    <a:pt x="1" y="1808"/>
                  </a:lnTo>
                  <a:lnTo>
                    <a:pt x="1382" y="1808"/>
                  </a:lnTo>
                  <a:lnTo>
                    <a:pt x="1382"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101"/>
            <p:cNvSpPr/>
            <p:nvPr/>
          </p:nvSpPr>
          <p:spPr>
            <a:xfrm>
              <a:off x="603120" y="1261094"/>
              <a:ext cx="22112" cy="28928"/>
            </a:xfrm>
            <a:custGeom>
              <a:rect b="b" l="l" r="r" t="t"/>
              <a:pathLst>
                <a:path extrusionOk="0" h="1808" w="1382">
                  <a:moveTo>
                    <a:pt x="1" y="1"/>
                  </a:moveTo>
                  <a:lnTo>
                    <a:pt x="1" y="1808"/>
                  </a:lnTo>
                  <a:lnTo>
                    <a:pt x="1382" y="1808"/>
                  </a:lnTo>
                  <a:lnTo>
                    <a:pt x="1382"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101"/>
            <p:cNvSpPr/>
            <p:nvPr/>
          </p:nvSpPr>
          <p:spPr>
            <a:xfrm>
              <a:off x="674416" y="1261094"/>
              <a:ext cx="22080" cy="28928"/>
            </a:xfrm>
            <a:custGeom>
              <a:rect b="b" l="l" r="r" t="t"/>
              <a:pathLst>
                <a:path extrusionOk="0" h="1808" w="1380">
                  <a:moveTo>
                    <a:pt x="1" y="1"/>
                  </a:moveTo>
                  <a:lnTo>
                    <a:pt x="1" y="1808"/>
                  </a:lnTo>
                  <a:lnTo>
                    <a:pt x="1379" y="1808"/>
                  </a:lnTo>
                  <a:lnTo>
                    <a:pt x="1379"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527" name="Google Shape;3527;p101"/>
          <p:cNvPicPr preferRelativeResize="0"/>
          <p:nvPr/>
        </p:nvPicPr>
        <p:blipFill rotWithShape="1">
          <a:blip r:embed="rId3">
            <a:alphaModFix/>
          </a:blip>
          <a:srcRect b="12546" l="28959" r="12546" t="12546"/>
          <a:stretch/>
        </p:blipFill>
        <p:spPr>
          <a:xfrm rot="-1434151">
            <a:off x="4935049" y="3324801"/>
            <a:ext cx="726651" cy="596546"/>
          </a:xfrm>
          <a:prstGeom prst="rect">
            <a:avLst/>
          </a:prstGeom>
          <a:noFill/>
          <a:ln>
            <a:noFill/>
          </a:ln>
        </p:spPr>
      </p:pic>
      <p:pic>
        <p:nvPicPr>
          <p:cNvPr id="3528" name="Google Shape;3528;p101"/>
          <p:cNvPicPr preferRelativeResize="0"/>
          <p:nvPr/>
        </p:nvPicPr>
        <p:blipFill rotWithShape="1">
          <a:blip r:embed="rId4">
            <a:alphaModFix/>
          </a:blip>
          <a:srcRect b="8266" l="7501" r="9607" t="14406"/>
          <a:stretch/>
        </p:blipFill>
        <p:spPr>
          <a:xfrm rot="1278179">
            <a:off x="6314387" y="1379025"/>
            <a:ext cx="633202" cy="780949"/>
          </a:xfrm>
          <a:prstGeom prst="rect">
            <a:avLst/>
          </a:prstGeom>
          <a:noFill/>
          <a:ln>
            <a:noFill/>
          </a:ln>
        </p:spPr>
      </p:pic>
      <p:pic>
        <p:nvPicPr>
          <p:cNvPr id="3529" name="Google Shape;3529;p101"/>
          <p:cNvPicPr preferRelativeResize="0"/>
          <p:nvPr/>
        </p:nvPicPr>
        <p:blipFill rotWithShape="1">
          <a:blip r:embed="rId5">
            <a:alphaModFix/>
          </a:blip>
          <a:srcRect b="0" l="14610" r="14603" t="0"/>
          <a:stretch/>
        </p:blipFill>
        <p:spPr>
          <a:xfrm>
            <a:off x="7159575" y="2565325"/>
            <a:ext cx="834949" cy="975651"/>
          </a:xfrm>
          <a:prstGeom prst="rect">
            <a:avLst/>
          </a:prstGeom>
          <a:noFill/>
          <a:ln>
            <a:noFill/>
          </a:ln>
        </p:spPr>
      </p:pic>
      <p:grpSp>
        <p:nvGrpSpPr>
          <p:cNvPr id="3530" name="Google Shape;3530;p101"/>
          <p:cNvGrpSpPr/>
          <p:nvPr/>
        </p:nvGrpSpPr>
        <p:grpSpPr>
          <a:xfrm>
            <a:off x="3832760" y="731089"/>
            <a:ext cx="745978" cy="516368"/>
            <a:chOff x="923424" y="1580182"/>
            <a:chExt cx="1171264" cy="810752"/>
          </a:xfrm>
        </p:grpSpPr>
        <p:sp>
          <p:nvSpPr>
            <p:cNvPr id="3531" name="Google Shape;3531;p101"/>
            <p:cNvSpPr/>
            <p:nvPr/>
          </p:nvSpPr>
          <p:spPr>
            <a:xfrm>
              <a:off x="923424" y="1782870"/>
              <a:ext cx="468064" cy="405392"/>
            </a:xfrm>
            <a:custGeom>
              <a:rect b="b" l="l" r="r" t="t"/>
              <a:pathLst>
                <a:path extrusionOk="0" fill="none" h="25337" w="29254">
                  <a:moveTo>
                    <a:pt x="21942" y="0"/>
                  </a:moveTo>
                  <a:lnTo>
                    <a:pt x="7314" y="0"/>
                  </a:lnTo>
                  <a:lnTo>
                    <a:pt x="0" y="12668"/>
                  </a:lnTo>
                  <a:lnTo>
                    <a:pt x="7314" y="25336"/>
                  </a:lnTo>
                  <a:lnTo>
                    <a:pt x="21942"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101"/>
            <p:cNvSpPr/>
            <p:nvPr/>
          </p:nvSpPr>
          <p:spPr>
            <a:xfrm>
              <a:off x="1626624" y="1782870"/>
              <a:ext cx="468064" cy="405392"/>
            </a:xfrm>
            <a:custGeom>
              <a:rect b="b" l="l" r="r" t="t"/>
              <a:pathLst>
                <a:path extrusionOk="0" fill="none" h="25337" w="29254">
                  <a:moveTo>
                    <a:pt x="21940" y="0"/>
                  </a:moveTo>
                  <a:lnTo>
                    <a:pt x="7314" y="0"/>
                  </a:lnTo>
                  <a:lnTo>
                    <a:pt x="0" y="12668"/>
                  </a:lnTo>
                  <a:lnTo>
                    <a:pt x="7314" y="25336"/>
                  </a:lnTo>
                  <a:lnTo>
                    <a:pt x="21940" y="25336"/>
                  </a:lnTo>
                  <a:lnTo>
                    <a:pt x="29254"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101"/>
            <p:cNvSpPr/>
            <p:nvPr/>
          </p:nvSpPr>
          <p:spPr>
            <a:xfrm>
              <a:off x="1274896" y="1580182"/>
              <a:ext cx="468096" cy="405392"/>
            </a:xfrm>
            <a:custGeom>
              <a:rect b="b" l="l" r="r" t="t"/>
              <a:pathLst>
                <a:path extrusionOk="0" fill="none" h="25337" w="29256">
                  <a:moveTo>
                    <a:pt x="21942" y="1"/>
                  </a:moveTo>
                  <a:lnTo>
                    <a:pt x="7314" y="1"/>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101"/>
            <p:cNvSpPr/>
            <p:nvPr/>
          </p:nvSpPr>
          <p:spPr>
            <a:xfrm>
              <a:off x="1274896" y="1985558"/>
              <a:ext cx="468096" cy="405376"/>
            </a:xfrm>
            <a:custGeom>
              <a:rect b="b" l="l" r="r" t="t"/>
              <a:pathLst>
                <a:path extrusionOk="0" fill="none" h="25336" w="29256">
                  <a:moveTo>
                    <a:pt x="21942" y="0"/>
                  </a:moveTo>
                  <a:lnTo>
                    <a:pt x="7314" y="0"/>
                  </a:lnTo>
                  <a:lnTo>
                    <a:pt x="0" y="12668"/>
                  </a:lnTo>
                  <a:lnTo>
                    <a:pt x="7314" y="25336"/>
                  </a:lnTo>
                  <a:lnTo>
                    <a:pt x="21942" y="25336"/>
                  </a:lnTo>
                  <a:lnTo>
                    <a:pt x="29256" y="12668"/>
                  </a:lnTo>
                  <a:close/>
                </a:path>
              </a:pathLst>
            </a:custGeom>
            <a:noFill/>
            <a:ln cap="flat" cmpd="sng" w="9525">
              <a:solidFill>
                <a:schemeClr val="dk2"/>
              </a:solidFill>
              <a:prstDash val="solid"/>
              <a:miter lim="228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8" name="Shape 3538"/>
        <p:cNvGrpSpPr/>
        <p:nvPr/>
      </p:nvGrpSpPr>
      <p:grpSpPr>
        <a:xfrm>
          <a:off x="0" y="0"/>
          <a:ext cx="0" cy="0"/>
          <a:chOff x="0" y="0"/>
          <a:chExt cx="0" cy="0"/>
        </a:xfrm>
      </p:grpSpPr>
      <p:pic>
        <p:nvPicPr>
          <p:cNvPr id="3539" name="Google Shape;3539;p102"/>
          <p:cNvPicPr preferRelativeResize="0"/>
          <p:nvPr/>
        </p:nvPicPr>
        <p:blipFill rotWithShape="1">
          <a:blip r:embed="rId3">
            <a:alphaModFix/>
          </a:blip>
          <a:srcRect b="14380" l="5186" r="0" t="15845"/>
          <a:stretch/>
        </p:blipFill>
        <p:spPr>
          <a:xfrm flipH="1">
            <a:off x="5636675" y="2273825"/>
            <a:ext cx="2855025" cy="2064050"/>
          </a:xfrm>
          <a:prstGeom prst="rect">
            <a:avLst/>
          </a:prstGeom>
          <a:noFill/>
          <a:ln>
            <a:noFill/>
          </a:ln>
          <a:effectLst>
            <a:outerShdw blurRad="257175" rotWithShape="0" algn="bl" dir="21540000" dist="114300">
              <a:schemeClr val="lt1">
                <a:alpha val="90000"/>
              </a:schemeClr>
            </a:outerShdw>
          </a:effectLst>
        </p:spPr>
      </p:pic>
      <p:sp>
        <p:nvSpPr>
          <p:cNvPr id="3540" name="Google Shape;3540;p102"/>
          <p:cNvSpPr txBox="1"/>
          <p:nvPr>
            <p:ph type="title"/>
          </p:nvPr>
        </p:nvSpPr>
        <p:spPr>
          <a:xfrm>
            <a:off x="723325" y="539500"/>
            <a:ext cx="4602600" cy="119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3541" name="Google Shape;3541;p102"/>
          <p:cNvSpPr txBox="1"/>
          <p:nvPr>
            <p:ph idx="1" type="subTitle"/>
          </p:nvPr>
        </p:nvSpPr>
        <p:spPr>
          <a:xfrm>
            <a:off x="720000" y="1738900"/>
            <a:ext cx="4602600" cy="1984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u="sng">
                <a:solidFill>
                  <a:schemeClr val="hlink"/>
                </a:solidFill>
                <a:hlinkClick r:id="rId4"/>
              </a:rPr>
              <a:t>https://www.kaggle.com/datasets/hassaneskikri/ai-enhanced-cybersecurity-events-dataset?resource=download</a:t>
            </a:r>
            <a:endParaRPr/>
          </a:p>
          <a:p>
            <a:pPr indent="-317500" lvl="0" marL="457200" rtl="0" algn="l">
              <a:spcBef>
                <a:spcPts val="0"/>
              </a:spcBef>
              <a:spcAft>
                <a:spcPts val="0"/>
              </a:spcAft>
              <a:buSzPts val="1400"/>
              <a:buChar char="●"/>
            </a:pPr>
            <a:r>
              <a:rPr lang="en" u="sng">
                <a:solidFill>
                  <a:schemeClr val="hlink"/>
                </a:solidFill>
                <a:hlinkClick r:id="rId5"/>
              </a:rPr>
              <a:t>https://scikit-learn.org/stable/modules/generated/sklearn.tree.DecisionTreeClassifier.html</a:t>
            </a:r>
            <a:endParaRPr/>
          </a:p>
        </p:txBody>
      </p:sp>
      <p:grpSp>
        <p:nvGrpSpPr>
          <p:cNvPr id="3542" name="Google Shape;3542;p102"/>
          <p:cNvGrpSpPr/>
          <p:nvPr/>
        </p:nvGrpSpPr>
        <p:grpSpPr>
          <a:xfrm>
            <a:off x="720006" y="4161608"/>
            <a:ext cx="1211612" cy="438051"/>
            <a:chOff x="175552" y="1101686"/>
            <a:chExt cx="520944" cy="188336"/>
          </a:xfrm>
        </p:grpSpPr>
        <p:sp>
          <p:nvSpPr>
            <p:cNvPr id="3543" name="Google Shape;3543;p102"/>
            <p:cNvSpPr/>
            <p:nvPr/>
          </p:nvSpPr>
          <p:spPr>
            <a:xfrm>
              <a:off x="175552" y="1101686"/>
              <a:ext cx="22112" cy="28928"/>
            </a:xfrm>
            <a:custGeom>
              <a:rect b="b" l="l" r="r" t="t"/>
              <a:pathLst>
                <a:path extrusionOk="0" h="1808" w="1382">
                  <a:moveTo>
                    <a:pt x="1" y="0"/>
                  </a:moveTo>
                  <a:lnTo>
                    <a:pt x="1"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102"/>
            <p:cNvSpPr/>
            <p:nvPr/>
          </p:nvSpPr>
          <p:spPr>
            <a:xfrm>
              <a:off x="246816"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102"/>
            <p:cNvSpPr/>
            <p:nvPr/>
          </p:nvSpPr>
          <p:spPr>
            <a:xfrm>
              <a:off x="318080"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102"/>
            <p:cNvSpPr/>
            <p:nvPr/>
          </p:nvSpPr>
          <p:spPr>
            <a:xfrm>
              <a:off x="389344"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102"/>
            <p:cNvSpPr/>
            <p:nvPr/>
          </p:nvSpPr>
          <p:spPr>
            <a:xfrm>
              <a:off x="460608" y="1101686"/>
              <a:ext cx="22096" cy="28928"/>
            </a:xfrm>
            <a:custGeom>
              <a:rect b="b" l="l" r="r" t="t"/>
              <a:pathLst>
                <a:path extrusionOk="0" h="1808" w="1381">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102"/>
            <p:cNvSpPr/>
            <p:nvPr/>
          </p:nvSpPr>
          <p:spPr>
            <a:xfrm>
              <a:off x="531856" y="1101686"/>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102"/>
            <p:cNvSpPr/>
            <p:nvPr/>
          </p:nvSpPr>
          <p:spPr>
            <a:xfrm>
              <a:off x="603120" y="1101686"/>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102"/>
            <p:cNvSpPr/>
            <p:nvPr/>
          </p:nvSpPr>
          <p:spPr>
            <a:xfrm>
              <a:off x="674416" y="1101686"/>
              <a:ext cx="22080" cy="28928"/>
            </a:xfrm>
            <a:custGeom>
              <a:rect b="b" l="l" r="r" t="t"/>
              <a:pathLst>
                <a:path extrusionOk="0" h="1808" w="1380">
                  <a:moveTo>
                    <a:pt x="1" y="0"/>
                  </a:moveTo>
                  <a:lnTo>
                    <a:pt x="1" y="1807"/>
                  </a:lnTo>
                  <a:lnTo>
                    <a:pt x="1379" y="1807"/>
                  </a:lnTo>
                  <a:lnTo>
                    <a:pt x="1379"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102"/>
            <p:cNvSpPr/>
            <p:nvPr/>
          </p:nvSpPr>
          <p:spPr>
            <a:xfrm>
              <a:off x="175552" y="1181414"/>
              <a:ext cx="22112" cy="28928"/>
            </a:xfrm>
            <a:custGeom>
              <a:rect b="b" l="l" r="r" t="t"/>
              <a:pathLst>
                <a:path extrusionOk="0" h="1808" w="1382">
                  <a:moveTo>
                    <a:pt x="1" y="0"/>
                  </a:moveTo>
                  <a:lnTo>
                    <a:pt x="1"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102"/>
            <p:cNvSpPr/>
            <p:nvPr/>
          </p:nvSpPr>
          <p:spPr>
            <a:xfrm>
              <a:off x="246816"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102"/>
            <p:cNvSpPr/>
            <p:nvPr/>
          </p:nvSpPr>
          <p:spPr>
            <a:xfrm>
              <a:off x="318080"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102"/>
            <p:cNvSpPr/>
            <p:nvPr/>
          </p:nvSpPr>
          <p:spPr>
            <a:xfrm>
              <a:off x="389344"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102"/>
            <p:cNvSpPr/>
            <p:nvPr/>
          </p:nvSpPr>
          <p:spPr>
            <a:xfrm>
              <a:off x="460608" y="1181414"/>
              <a:ext cx="22096" cy="28928"/>
            </a:xfrm>
            <a:custGeom>
              <a:rect b="b" l="l" r="r" t="t"/>
              <a:pathLst>
                <a:path extrusionOk="0" h="1808" w="1381">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102"/>
            <p:cNvSpPr/>
            <p:nvPr/>
          </p:nvSpPr>
          <p:spPr>
            <a:xfrm>
              <a:off x="531856" y="1181414"/>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102"/>
            <p:cNvSpPr/>
            <p:nvPr/>
          </p:nvSpPr>
          <p:spPr>
            <a:xfrm>
              <a:off x="603120" y="1181414"/>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102"/>
            <p:cNvSpPr/>
            <p:nvPr/>
          </p:nvSpPr>
          <p:spPr>
            <a:xfrm>
              <a:off x="674416" y="1181414"/>
              <a:ext cx="22080" cy="28928"/>
            </a:xfrm>
            <a:custGeom>
              <a:rect b="b" l="l" r="r" t="t"/>
              <a:pathLst>
                <a:path extrusionOk="0" h="1808" w="1380">
                  <a:moveTo>
                    <a:pt x="1" y="0"/>
                  </a:moveTo>
                  <a:lnTo>
                    <a:pt x="1" y="1807"/>
                  </a:lnTo>
                  <a:lnTo>
                    <a:pt x="1379" y="1807"/>
                  </a:lnTo>
                  <a:lnTo>
                    <a:pt x="1379"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102"/>
            <p:cNvSpPr/>
            <p:nvPr/>
          </p:nvSpPr>
          <p:spPr>
            <a:xfrm>
              <a:off x="175552" y="1261094"/>
              <a:ext cx="22112" cy="28928"/>
            </a:xfrm>
            <a:custGeom>
              <a:rect b="b" l="l" r="r" t="t"/>
              <a:pathLst>
                <a:path extrusionOk="0" h="1808" w="1382">
                  <a:moveTo>
                    <a:pt x="1" y="1"/>
                  </a:moveTo>
                  <a:lnTo>
                    <a:pt x="1"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102"/>
            <p:cNvSpPr/>
            <p:nvPr/>
          </p:nvSpPr>
          <p:spPr>
            <a:xfrm>
              <a:off x="246816"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102"/>
            <p:cNvSpPr/>
            <p:nvPr/>
          </p:nvSpPr>
          <p:spPr>
            <a:xfrm>
              <a:off x="318080"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102"/>
            <p:cNvSpPr/>
            <p:nvPr/>
          </p:nvSpPr>
          <p:spPr>
            <a:xfrm>
              <a:off x="389344"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102"/>
            <p:cNvSpPr/>
            <p:nvPr/>
          </p:nvSpPr>
          <p:spPr>
            <a:xfrm>
              <a:off x="460608" y="1261094"/>
              <a:ext cx="22096" cy="28928"/>
            </a:xfrm>
            <a:custGeom>
              <a:rect b="b" l="l" r="r" t="t"/>
              <a:pathLst>
                <a:path extrusionOk="0" h="1808" w="1381">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102"/>
            <p:cNvSpPr/>
            <p:nvPr/>
          </p:nvSpPr>
          <p:spPr>
            <a:xfrm>
              <a:off x="531856" y="1261094"/>
              <a:ext cx="22112" cy="28928"/>
            </a:xfrm>
            <a:custGeom>
              <a:rect b="b" l="l" r="r" t="t"/>
              <a:pathLst>
                <a:path extrusionOk="0" h="1808" w="1382">
                  <a:moveTo>
                    <a:pt x="1" y="1"/>
                  </a:moveTo>
                  <a:lnTo>
                    <a:pt x="1" y="1808"/>
                  </a:lnTo>
                  <a:lnTo>
                    <a:pt x="1382" y="1808"/>
                  </a:lnTo>
                  <a:lnTo>
                    <a:pt x="1382"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102"/>
            <p:cNvSpPr/>
            <p:nvPr/>
          </p:nvSpPr>
          <p:spPr>
            <a:xfrm>
              <a:off x="603120" y="1261094"/>
              <a:ext cx="22112" cy="28928"/>
            </a:xfrm>
            <a:custGeom>
              <a:rect b="b" l="l" r="r" t="t"/>
              <a:pathLst>
                <a:path extrusionOk="0" h="1808" w="1382">
                  <a:moveTo>
                    <a:pt x="1" y="1"/>
                  </a:moveTo>
                  <a:lnTo>
                    <a:pt x="1" y="1808"/>
                  </a:lnTo>
                  <a:lnTo>
                    <a:pt x="1382" y="1808"/>
                  </a:lnTo>
                  <a:lnTo>
                    <a:pt x="1382"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102"/>
            <p:cNvSpPr/>
            <p:nvPr/>
          </p:nvSpPr>
          <p:spPr>
            <a:xfrm>
              <a:off x="674416" y="1261094"/>
              <a:ext cx="22080" cy="28928"/>
            </a:xfrm>
            <a:custGeom>
              <a:rect b="b" l="l" r="r" t="t"/>
              <a:pathLst>
                <a:path extrusionOk="0" h="1808" w="1380">
                  <a:moveTo>
                    <a:pt x="1" y="1"/>
                  </a:moveTo>
                  <a:lnTo>
                    <a:pt x="1" y="1808"/>
                  </a:lnTo>
                  <a:lnTo>
                    <a:pt x="1379" y="1808"/>
                  </a:lnTo>
                  <a:lnTo>
                    <a:pt x="1379"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567" name="Google Shape;3567;p102"/>
          <p:cNvPicPr preferRelativeResize="0"/>
          <p:nvPr/>
        </p:nvPicPr>
        <p:blipFill rotWithShape="1">
          <a:blip r:embed="rId6">
            <a:alphaModFix/>
          </a:blip>
          <a:srcRect b="12546" l="28959" r="12546" t="12546"/>
          <a:stretch/>
        </p:blipFill>
        <p:spPr>
          <a:xfrm rot="10800000">
            <a:off x="3929074" y="3659727"/>
            <a:ext cx="726651" cy="596548"/>
          </a:xfrm>
          <a:prstGeom prst="rect">
            <a:avLst/>
          </a:prstGeom>
          <a:noFill/>
          <a:ln>
            <a:noFill/>
          </a:ln>
        </p:spPr>
      </p:pic>
      <p:pic>
        <p:nvPicPr>
          <p:cNvPr id="3568" name="Google Shape;3568;p102"/>
          <p:cNvPicPr preferRelativeResize="0"/>
          <p:nvPr/>
        </p:nvPicPr>
        <p:blipFill rotWithShape="1">
          <a:blip r:embed="rId7">
            <a:alphaModFix/>
          </a:blip>
          <a:srcRect b="8266" l="7501" r="9607" t="14406"/>
          <a:stretch/>
        </p:blipFill>
        <p:spPr>
          <a:xfrm>
            <a:off x="5636675" y="808404"/>
            <a:ext cx="683752" cy="843341"/>
          </a:xfrm>
          <a:prstGeom prst="rect">
            <a:avLst/>
          </a:prstGeom>
          <a:noFill/>
          <a:ln>
            <a:noFill/>
          </a:ln>
        </p:spPr>
      </p:pic>
      <p:grpSp>
        <p:nvGrpSpPr>
          <p:cNvPr id="3569" name="Google Shape;3569;p102"/>
          <p:cNvGrpSpPr/>
          <p:nvPr/>
        </p:nvGrpSpPr>
        <p:grpSpPr>
          <a:xfrm>
            <a:off x="7216781" y="619150"/>
            <a:ext cx="1211612" cy="438051"/>
            <a:chOff x="175552" y="1101686"/>
            <a:chExt cx="520944" cy="188336"/>
          </a:xfrm>
        </p:grpSpPr>
        <p:sp>
          <p:nvSpPr>
            <p:cNvPr id="3570" name="Google Shape;3570;p102"/>
            <p:cNvSpPr/>
            <p:nvPr/>
          </p:nvSpPr>
          <p:spPr>
            <a:xfrm>
              <a:off x="175552" y="1101686"/>
              <a:ext cx="22112" cy="28928"/>
            </a:xfrm>
            <a:custGeom>
              <a:rect b="b" l="l" r="r" t="t"/>
              <a:pathLst>
                <a:path extrusionOk="0" h="1808" w="1382">
                  <a:moveTo>
                    <a:pt x="1" y="0"/>
                  </a:moveTo>
                  <a:lnTo>
                    <a:pt x="1"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102"/>
            <p:cNvSpPr/>
            <p:nvPr/>
          </p:nvSpPr>
          <p:spPr>
            <a:xfrm>
              <a:off x="246816"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102"/>
            <p:cNvSpPr/>
            <p:nvPr/>
          </p:nvSpPr>
          <p:spPr>
            <a:xfrm>
              <a:off x="318080"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102"/>
            <p:cNvSpPr/>
            <p:nvPr/>
          </p:nvSpPr>
          <p:spPr>
            <a:xfrm>
              <a:off x="389344" y="1101686"/>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102"/>
            <p:cNvSpPr/>
            <p:nvPr/>
          </p:nvSpPr>
          <p:spPr>
            <a:xfrm>
              <a:off x="460608" y="1101686"/>
              <a:ext cx="22096" cy="28928"/>
            </a:xfrm>
            <a:custGeom>
              <a:rect b="b" l="l" r="r" t="t"/>
              <a:pathLst>
                <a:path extrusionOk="0" h="1808" w="1381">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102"/>
            <p:cNvSpPr/>
            <p:nvPr/>
          </p:nvSpPr>
          <p:spPr>
            <a:xfrm>
              <a:off x="531856" y="1101686"/>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102"/>
            <p:cNvSpPr/>
            <p:nvPr/>
          </p:nvSpPr>
          <p:spPr>
            <a:xfrm>
              <a:off x="603120" y="1101686"/>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102"/>
            <p:cNvSpPr/>
            <p:nvPr/>
          </p:nvSpPr>
          <p:spPr>
            <a:xfrm>
              <a:off x="674416" y="1101686"/>
              <a:ext cx="22080" cy="28928"/>
            </a:xfrm>
            <a:custGeom>
              <a:rect b="b" l="l" r="r" t="t"/>
              <a:pathLst>
                <a:path extrusionOk="0" h="1808" w="1380">
                  <a:moveTo>
                    <a:pt x="1" y="0"/>
                  </a:moveTo>
                  <a:lnTo>
                    <a:pt x="1" y="1807"/>
                  </a:lnTo>
                  <a:lnTo>
                    <a:pt x="1379" y="1807"/>
                  </a:lnTo>
                  <a:lnTo>
                    <a:pt x="1379"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102"/>
            <p:cNvSpPr/>
            <p:nvPr/>
          </p:nvSpPr>
          <p:spPr>
            <a:xfrm>
              <a:off x="175552" y="1181414"/>
              <a:ext cx="22112" cy="28928"/>
            </a:xfrm>
            <a:custGeom>
              <a:rect b="b" l="l" r="r" t="t"/>
              <a:pathLst>
                <a:path extrusionOk="0" h="1808" w="1382">
                  <a:moveTo>
                    <a:pt x="1" y="0"/>
                  </a:moveTo>
                  <a:lnTo>
                    <a:pt x="1"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102"/>
            <p:cNvSpPr/>
            <p:nvPr/>
          </p:nvSpPr>
          <p:spPr>
            <a:xfrm>
              <a:off x="246816"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102"/>
            <p:cNvSpPr/>
            <p:nvPr/>
          </p:nvSpPr>
          <p:spPr>
            <a:xfrm>
              <a:off x="318080"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102"/>
            <p:cNvSpPr/>
            <p:nvPr/>
          </p:nvSpPr>
          <p:spPr>
            <a:xfrm>
              <a:off x="389344" y="1181414"/>
              <a:ext cx="22112" cy="28928"/>
            </a:xfrm>
            <a:custGeom>
              <a:rect b="b" l="l" r="r" t="t"/>
              <a:pathLst>
                <a:path extrusionOk="0" h="1808" w="1382">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102"/>
            <p:cNvSpPr/>
            <p:nvPr/>
          </p:nvSpPr>
          <p:spPr>
            <a:xfrm>
              <a:off x="460608" y="1181414"/>
              <a:ext cx="22096" cy="28928"/>
            </a:xfrm>
            <a:custGeom>
              <a:rect b="b" l="l" r="r" t="t"/>
              <a:pathLst>
                <a:path extrusionOk="0" h="1808" w="1381">
                  <a:moveTo>
                    <a:pt x="0" y="0"/>
                  </a:moveTo>
                  <a:lnTo>
                    <a:pt x="0" y="1807"/>
                  </a:lnTo>
                  <a:lnTo>
                    <a:pt x="1381" y="1807"/>
                  </a:lnTo>
                  <a:lnTo>
                    <a:pt x="1381"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102"/>
            <p:cNvSpPr/>
            <p:nvPr/>
          </p:nvSpPr>
          <p:spPr>
            <a:xfrm>
              <a:off x="531856" y="1181414"/>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102"/>
            <p:cNvSpPr/>
            <p:nvPr/>
          </p:nvSpPr>
          <p:spPr>
            <a:xfrm>
              <a:off x="603120" y="1181414"/>
              <a:ext cx="22112" cy="28928"/>
            </a:xfrm>
            <a:custGeom>
              <a:rect b="b" l="l" r="r" t="t"/>
              <a:pathLst>
                <a:path extrusionOk="0" h="1808" w="1382">
                  <a:moveTo>
                    <a:pt x="1" y="0"/>
                  </a:moveTo>
                  <a:lnTo>
                    <a:pt x="1" y="1807"/>
                  </a:lnTo>
                  <a:lnTo>
                    <a:pt x="1382" y="1807"/>
                  </a:lnTo>
                  <a:lnTo>
                    <a:pt x="1382"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102"/>
            <p:cNvSpPr/>
            <p:nvPr/>
          </p:nvSpPr>
          <p:spPr>
            <a:xfrm>
              <a:off x="674416" y="1181414"/>
              <a:ext cx="22080" cy="28928"/>
            </a:xfrm>
            <a:custGeom>
              <a:rect b="b" l="l" r="r" t="t"/>
              <a:pathLst>
                <a:path extrusionOk="0" h="1808" w="1380">
                  <a:moveTo>
                    <a:pt x="1" y="0"/>
                  </a:moveTo>
                  <a:lnTo>
                    <a:pt x="1" y="1807"/>
                  </a:lnTo>
                  <a:lnTo>
                    <a:pt x="1379" y="1807"/>
                  </a:lnTo>
                  <a:lnTo>
                    <a:pt x="1379" y="0"/>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102"/>
            <p:cNvSpPr/>
            <p:nvPr/>
          </p:nvSpPr>
          <p:spPr>
            <a:xfrm>
              <a:off x="175552" y="1261094"/>
              <a:ext cx="22112" cy="28928"/>
            </a:xfrm>
            <a:custGeom>
              <a:rect b="b" l="l" r="r" t="t"/>
              <a:pathLst>
                <a:path extrusionOk="0" h="1808" w="1382">
                  <a:moveTo>
                    <a:pt x="1" y="1"/>
                  </a:moveTo>
                  <a:lnTo>
                    <a:pt x="1"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102"/>
            <p:cNvSpPr/>
            <p:nvPr/>
          </p:nvSpPr>
          <p:spPr>
            <a:xfrm>
              <a:off x="246816"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102"/>
            <p:cNvSpPr/>
            <p:nvPr/>
          </p:nvSpPr>
          <p:spPr>
            <a:xfrm>
              <a:off x="318080"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102"/>
            <p:cNvSpPr/>
            <p:nvPr/>
          </p:nvSpPr>
          <p:spPr>
            <a:xfrm>
              <a:off x="389344" y="1261094"/>
              <a:ext cx="22112" cy="28928"/>
            </a:xfrm>
            <a:custGeom>
              <a:rect b="b" l="l" r="r" t="t"/>
              <a:pathLst>
                <a:path extrusionOk="0" h="1808" w="1382">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102"/>
            <p:cNvSpPr/>
            <p:nvPr/>
          </p:nvSpPr>
          <p:spPr>
            <a:xfrm>
              <a:off x="460608" y="1261094"/>
              <a:ext cx="22096" cy="28928"/>
            </a:xfrm>
            <a:custGeom>
              <a:rect b="b" l="l" r="r" t="t"/>
              <a:pathLst>
                <a:path extrusionOk="0" h="1808" w="1381">
                  <a:moveTo>
                    <a:pt x="0" y="1"/>
                  </a:moveTo>
                  <a:lnTo>
                    <a:pt x="0" y="1808"/>
                  </a:lnTo>
                  <a:lnTo>
                    <a:pt x="1381" y="1808"/>
                  </a:lnTo>
                  <a:lnTo>
                    <a:pt x="1381"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102"/>
            <p:cNvSpPr/>
            <p:nvPr/>
          </p:nvSpPr>
          <p:spPr>
            <a:xfrm>
              <a:off x="531856" y="1261094"/>
              <a:ext cx="22112" cy="28928"/>
            </a:xfrm>
            <a:custGeom>
              <a:rect b="b" l="l" r="r" t="t"/>
              <a:pathLst>
                <a:path extrusionOk="0" h="1808" w="1382">
                  <a:moveTo>
                    <a:pt x="1" y="1"/>
                  </a:moveTo>
                  <a:lnTo>
                    <a:pt x="1" y="1808"/>
                  </a:lnTo>
                  <a:lnTo>
                    <a:pt x="1382" y="1808"/>
                  </a:lnTo>
                  <a:lnTo>
                    <a:pt x="1382"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102"/>
            <p:cNvSpPr/>
            <p:nvPr/>
          </p:nvSpPr>
          <p:spPr>
            <a:xfrm>
              <a:off x="603120" y="1261094"/>
              <a:ext cx="22112" cy="28928"/>
            </a:xfrm>
            <a:custGeom>
              <a:rect b="b" l="l" r="r" t="t"/>
              <a:pathLst>
                <a:path extrusionOk="0" h="1808" w="1382">
                  <a:moveTo>
                    <a:pt x="1" y="1"/>
                  </a:moveTo>
                  <a:lnTo>
                    <a:pt x="1" y="1808"/>
                  </a:lnTo>
                  <a:lnTo>
                    <a:pt x="1382" y="1808"/>
                  </a:lnTo>
                  <a:lnTo>
                    <a:pt x="1382"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102"/>
            <p:cNvSpPr/>
            <p:nvPr/>
          </p:nvSpPr>
          <p:spPr>
            <a:xfrm>
              <a:off x="674416" y="1261094"/>
              <a:ext cx="22080" cy="28928"/>
            </a:xfrm>
            <a:custGeom>
              <a:rect b="b" l="l" r="r" t="t"/>
              <a:pathLst>
                <a:path extrusionOk="0" h="1808" w="1380">
                  <a:moveTo>
                    <a:pt x="1" y="1"/>
                  </a:moveTo>
                  <a:lnTo>
                    <a:pt x="1" y="1808"/>
                  </a:lnTo>
                  <a:lnTo>
                    <a:pt x="1379" y="1808"/>
                  </a:lnTo>
                  <a:lnTo>
                    <a:pt x="1379" y="1"/>
                  </a:lnTo>
                  <a:close/>
                </a:path>
              </a:pathLst>
            </a:custGeom>
            <a:solidFill>
              <a:srgbClr val="150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EM Elective Subject for Middle School - 7th Grade: Principles of IT, Cybersecurity and Engineering by Slidesgo">
  <a:themeElements>
    <a:clrScheme name="Simple Light">
      <a:dk1>
        <a:srgbClr val="150045"/>
      </a:dk1>
      <a:lt1>
        <a:srgbClr val="FFFFFF"/>
      </a:lt1>
      <a:dk2>
        <a:srgbClr val="A4ABD7"/>
      </a:dk2>
      <a:lt2>
        <a:srgbClr val="E23480"/>
      </a:lt2>
      <a:accent1>
        <a:srgbClr val="6D7396"/>
      </a:accent1>
      <a:accent2>
        <a:srgbClr val="FFA0B8"/>
      </a:accent2>
      <a:accent3>
        <a:srgbClr val="1ECFFF"/>
      </a:accent3>
      <a:accent4>
        <a:srgbClr val="EF8772"/>
      </a:accent4>
      <a:accent5>
        <a:srgbClr val="FFFFFF"/>
      </a:accent5>
      <a:accent6>
        <a:srgbClr val="FFFFFF"/>
      </a:accent6>
      <a:hlink>
        <a:srgbClr val="15004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EM Elective Subject for Middle School - 7th Grade: Principles of IT, Cybersecurity and Engineering by Slidesgo">
  <a:themeElements>
    <a:clrScheme name="Simple Light">
      <a:dk1>
        <a:srgbClr val="150045"/>
      </a:dk1>
      <a:lt1>
        <a:srgbClr val="FFFFFF"/>
      </a:lt1>
      <a:dk2>
        <a:srgbClr val="A4ABD7"/>
      </a:dk2>
      <a:lt2>
        <a:srgbClr val="E23480"/>
      </a:lt2>
      <a:accent1>
        <a:srgbClr val="6D7396"/>
      </a:accent1>
      <a:accent2>
        <a:srgbClr val="FFA0B8"/>
      </a:accent2>
      <a:accent3>
        <a:srgbClr val="1ECFFF"/>
      </a:accent3>
      <a:accent4>
        <a:srgbClr val="EF8772"/>
      </a:accent4>
      <a:accent5>
        <a:srgbClr val="FFFFFF"/>
      </a:accent5>
      <a:accent6>
        <a:srgbClr val="FFFFFF"/>
      </a:accent6>
      <a:hlink>
        <a:srgbClr val="15004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TEM Elective Subject for Middle School - 7th Grade: Principles of IT, Cybersecurity and Engineering by Slidesgo">
  <a:themeElements>
    <a:clrScheme name="Simple Light">
      <a:dk1>
        <a:srgbClr val="150045"/>
      </a:dk1>
      <a:lt1>
        <a:srgbClr val="FFFFFF"/>
      </a:lt1>
      <a:dk2>
        <a:srgbClr val="A4ABD7"/>
      </a:dk2>
      <a:lt2>
        <a:srgbClr val="E23480"/>
      </a:lt2>
      <a:accent1>
        <a:srgbClr val="6D7396"/>
      </a:accent1>
      <a:accent2>
        <a:srgbClr val="FFA0B8"/>
      </a:accent2>
      <a:accent3>
        <a:srgbClr val="1ECFFF"/>
      </a:accent3>
      <a:accent4>
        <a:srgbClr val="EF8772"/>
      </a:accent4>
      <a:accent5>
        <a:srgbClr val="FFFFFF"/>
      </a:accent5>
      <a:accent6>
        <a:srgbClr val="FFFFFF"/>
      </a:accent6>
      <a:hlink>
        <a:srgbClr val="15004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